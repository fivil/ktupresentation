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ADEE"/>
    <a:srgbClr val="3399DB"/>
    <a:srgbClr val="1100EA"/>
    <a:srgbClr val="252AFF"/>
    <a:srgbClr val="FF2549"/>
    <a:srgbClr val="1D3A00"/>
    <a:srgbClr val="007033"/>
    <a:srgbClr val="5EEC3C"/>
    <a:srgbClr val="990099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1" d="100"/>
          <a:sy n="121" d="100"/>
        </p:scale>
        <p:origin x="258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6D004F-A3CA-4BDD-98ED-4D9DE9C4E76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DF9B81-55B8-4B62-915A-0E19AB2F6698}">
      <dgm:prSet phldrT="[Text]"/>
      <dgm:spPr/>
      <dgm:t>
        <a:bodyPr/>
        <a:lstStyle/>
        <a:p>
          <a:r>
            <a:rPr lang="en-US" dirty="0"/>
            <a:t>Blockchain is</a:t>
          </a:r>
        </a:p>
      </dgm:t>
    </dgm:pt>
    <dgm:pt modelId="{19960424-466B-40FC-BFE4-2806055E6520}" type="parTrans" cxnId="{AE9036D5-5133-4523-BF62-A2FA002C9F16}">
      <dgm:prSet/>
      <dgm:spPr/>
      <dgm:t>
        <a:bodyPr/>
        <a:lstStyle/>
        <a:p>
          <a:endParaRPr lang="en-US"/>
        </a:p>
      </dgm:t>
    </dgm:pt>
    <dgm:pt modelId="{0D5F0F40-4BE5-45EE-B38A-7D9D34023BFA}" type="sibTrans" cxnId="{AE9036D5-5133-4523-BF62-A2FA002C9F16}">
      <dgm:prSet/>
      <dgm:spPr/>
      <dgm:t>
        <a:bodyPr/>
        <a:lstStyle/>
        <a:p>
          <a:endParaRPr lang="en-US"/>
        </a:p>
      </dgm:t>
    </dgm:pt>
    <dgm:pt modelId="{1F3C79A8-2FF6-4E36-821E-18155A733A4F}">
      <dgm:prSet phldrT="[Text]"/>
      <dgm:spPr/>
      <dgm:t>
        <a:bodyPr/>
        <a:lstStyle/>
        <a:p>
          <a:r>
            <a:rPr lang="en-US" dirty="0"/>
            <a:t>Distributed</a:t>
          </a:r>
        </a:p>
      </dgm:t>
    </dgm:pt>
    <dgm:pt modelId="{F2042999-DE4D-45BC-9E35-1E7748A99262}" type="parTrans" cxnId="{22F46E15-471F-4C7B-83AA-DA25B88B4901}">
      <dgm:prSet/>
      <dgm:spPr/>
      <dgm:t>
        <a:bodyPr/>
        <a:lstStyle/>
        <a:p>
          <a:endParaRPr lang="en-US"/>
        </a:p>
      </dgm:t>
    </dgm:pt>
    <dgm:pt modelId="{CF3506CF-3DF9-482F-9965-181EBCDB3C3D}" type="sibTrans" cxnId="{22F46E15-471F-4C7B-83AA-DA25B88B4901}">
      <dgm:prSet/>
      <dgm:spPr/>
      <dgm:t>
        <a:bodyPr/>
        <a:lstStyle/>
        <a:p>
          <a:endParaRPr lang="en-US"/>
        </a:p>
      </dgm:t>
    </dgm:pt>
    <dgm:pt modelId="{CA01D07A-72BE-4177-AA94-1098FC84B67F}">
      <dgm:prSet phldrT="[Text]"/>
      <dgm:spPr/>
      <dgm:t>
        <a:bodyPr/>
        <a:lstStyle/>
        <a:p>
          <a:r>
            <a:rPr lang="en-US" dirty="0"/>
            <a:t>Ledger</a:t>
          </a:r>
        </a:p>
      </dgm:t>
    </dgm:pt>
    <dgm:pt modelId="{9D243203-04A1-421F-9813-B06C990E6225}" type="parTrans" cxnId="{96422A67-5F43-4FCA-A668-CCAD92FF9667}">
      <dgm:prSet/>
      <dgm:spPr/>
      <dgm:t>
        <a:bodyPr/>
        <a:lstStyle/>
        <a:p>
          <a:endParaRPr lang="en-US"/>
        </a:p>
      </dgm:t>
    </dgm:pt>
    <dgm:pt modelId="{5ABAEDCB-E9C0-46FF-982A-15A7F33CE1A3}" type="sibTrans" cxnId="{96422A67-5F43-4FCA-A668-CCAD92FF9667}">
      <dgm:prSet/>
      <dgm:spPr/>
      <dgm:t>
        <a:bodyPr/>
        <a:lstStyle/>
        <a:p>
          <a:endParaRPr lang="en-US"/>
        </a:p>
      </dgm:t>
    </dgm:pt>
    <dgm:pt modelId="{726CF531-C850-4BC4-AA89-6984CF57DC76}">
      <dgm:prSet phldrT="[Text]"/>
      <dgm:spPr/>
      <dgm:t>
        <a:bodyPr/>
        <a:lstStyle/>
        <a:p>
          <a:r>
            <a:rPr lang="en-US" dirty="0"/>
            <a:t>Blockchain is </a:t>
          </a:r>
          <a:r>
            <a:rPr lang="en-US" b="1" dirty="0"/>
            <a:t>NOT</a:t>
          </a:r>
        </a:p>
      </dgm:t>
    </dgm:pt>
    <dgm:pt modelId="{266B1EE4-8CAE-4274-AA89-FD9AE9BBDB67}" type="parTrans" cxnId="{47DB6088-AFC5-42C8-9898-EED187DAB9A9}">
      <dgm:prSet/>
      <dgm:spPr/>
      <dgm:t>
        <a:bodyPr/>
        <a:lstStyle/>
        <a:p>
          <a:endParaRPr lang="en-US"/>
        </a:p>
      </dgm:t>
    </dgm:pt>
    <dgm:pt modelId="{E9A6207E-7D38-4380-AD93-D52D82BAB5FA}" type="sibTrans" cxnId="{47DB6088-AFC5-42C8-9898-EED187DAB9A9}">
      <dgm:prSet/>
      <dgm:spPr/>
      <dgm:t>
        <a:bodyPr/>
        <a:lstStyle/>
        <a:p>
          <a:endParaRPr lang="en-US"/>
        </a:p>
      </dgm:t>
    </dgm:pt>
    <dgm:pt modelId="{4FAFD3DD-5448-445F-9619-FD639C9F32B8}">
      <dgm:prSet phldrT="[Text]"/>
      <dgm:spPr/>
      <dgm:t>
        <a:bodyPr/>
        <a:lstStyle/>
        <a:p>
          <a:r>
            <a:rPr lang="en-US" dirty="0"/>
            <a:t>Bitcoin</a:t>
          </a:r>
        </a:p>
      </dgm:t>
    </dgm:pt>
    <dgm:pt modelId="{1AF7C16F-68DE-48B4-A4FF-22BE161B2B4C}" type="parTrans" cxnId="{CDC63C0C-CAFD-461A-BF5C-7CFAE9F4742B}">
      <dgm:prSet/>
      <dgm:spPr/>
      <dgm:t>
        <a:bodyPr/>
        <a:lstStyle/>
        <a:p>
          <a:endParaRPr lang="en-US"/>
        </a:p>
      </dgm:t>
    </dgm:pt>
    <dgm:pt modelId="{B9FA6FF0-3463-43D6-A75D-D2DEC10091F0}" type="sibTrans" cxnId="{CDC63C0C-CAFD-461A-BF5C-7CFAE9F4742B}">
      <dgm:prSet/>
      <dgm:spPr/>
      <dgm:t>
        <a:bodyPr/>
        <a:lstStyle/>
        <a:p>
          <a:endParaRPr lang="en-US"/>
        </a:p>
      </dgm:t>
    </dgm:pt>
    <dgm:pt modelId="{F30A1290-5D5F-4905-8A36-0211D7EEF903}">
      <dgm:prSet phldrT="[Text]"/>
      <dgm:spPr/>
      <dgm:t>
        <a:bodyPr/>
        <a:lstStyle/>
        <a:p>
          <a:r>
            <a:rPr lang="en-US" dirty="0"/>
            <a:t>Money</a:t>
          </a:r>
        </a:p>
      </dgm:t>
    </dgm:pt>
    <dgm:pt modelId="{2EB81B92-C783-48F8-87E9-D63E3461DD7A}" type="parTrans" cxnId="{5ADE28CD-722B-44FD-8F4B-0AAAD7271AE5}">
      <dgm:prSet/>
      <dgm:spPr/>
      <dgm:t>
        <a:bodyPr/>
        <a:lstStyle/>
        <a:p>
          <a:endParaRPr lang="en-US"/>
        </a:p>
      </dgm:t>
    </dgm:pt>
    <dgm:pt modelId="{EAF0961E-7526-4182-B120-FBA331E76939}" type="sibTrans" cxnId="{5ADE28CD-722B-44FD-8F4B-0AAAD7271AE5}">
      <dgm:prSet/>
      <dgm:spPr/>
      <dgm:t>
        <a:bodyPr/>
        <a:lstStyle/>
        <a:p>
          <a:endParaRPr lang="en-US"/>
        </a:p>
      </dgm:t>
    </dgm:pt>
    <dgm:pt modelId="{59219A60-0B7E-4672-83E3-8624357915D8}">
      <dgm:prSet phldrT="[Text]"/>
      <dgm:spPr/>
      <dgm:t>
        <a:bodyPr/>
        <a:lstStyle/>
        <a:p>
          <a:r>
            <a:rPr lang="en-US" dirty="0"/>
            <a:t>P2P</a:t>
          </a:r>
        </a:p>
      </dgm:t>
    </dgm:pt>
    <dgm:pt modelId="{B877420E-88D9-4A00-BC6C-B041061C69EA}" type="parTrans" cxnId="{6DD1B439-3B2E-4C0B-953C-DF8D0783EC2B}">
      <dgm:prSet/>
      <dgm:spPr/>
      <dgm:t>
        <a:bodyPr/>
        <a:lstStyle/>
        <a:p>
          <a:endParaRPr lang="en-US"/>
        </a:p>
      </dgm:t>
    </dgm:pt>
    <dgm:pt modelId="{780D4793-EA5B-450D-9C53-2C41371CB165}" type="sibTrans" cxnId="{6DD1B439-3B2E-4C0B-953C-DF8D0783EC2B}">
      <dgm:prSet/>
      <dgm:spPr/>
      <dgm:t>
        <a:bodyPr/>
        <a:lstStyle/>
        <a:p>
          <a:endParaRPr lang="en-US"/>
        </a:p>
      </dgm:t>
    </dgm:pt>
    <dgm:pt modelId="{A2709171-A55D-4FCF-9B5E-4378FB70D62C}">
      <dgm:prSet phldrT="[Text]"/>
      <dgm:spPr/>
      <dgm:t>
        <a:bodyPr/>
        <a:lstStyle/>
        <a:p>
          <a:r>
            <a:rPr lang="en-US" dirty="0"/>
            <a:t>Immutable</a:t>
          </a:r>
        </a:p>
      </dgm:t>
    </dgm:pt>
    <dgm:pt modelId="{826A521C-532A-426A-9440-C95329A9BC80}" type="parTrans" cxnId="{FDF8FF23-EDEB-407B-B37A-78F8F2E843D7}">
      <dgm:prSet/>
      <dgm:spPr/>
      <dgm:t>
        <a:bodyPr/>
        <a:lstStyle/>
        <a:p>
          <a:endParaRPr lang="en-US"/>
        </a:p>
      </dgm:t>
    </dgm:pt>
    <dgm:pt modelId="{B670A778-3229-44A9-9ECC-512BE70D2B7C}" type="sibTrans" cxnId="{FDF8FF23-EDEB-407B-B37A-78F8F2E843D7}">
      <dgm:prSet/>
      <dgm:spPr/>
      <dgm:t>
        <a:bodyPr/>
        <a:lstStyle/>
        <a:p>
          <a:endParaRPr lang="en-US"/>
        </a:p>
      </dgm:t>
    </dgm:pt>
    <dgm:pt modelId="{51E9E8D2-8B11-4041-B096-6C50EA38F90D}">
      <dgm:prSet phldrT="[Text]"/>
      <dgm:spPr/>
      <dgm:t>
        <a:bodyPr/>
        <a:lstStyle/>
        <a:p>
          <a:r>
            <a:rPr lang="en-US" dirty="0"/>
            <a:t>Mastercard</a:t>
          </a:r>
        </a:p>
      </dgm:t>
    </dgm:pt>
    <dgm:pt modelId="{108237E3-E124-46E7-B43D-6655B4559535}" type="parTrans" cxnId="{D134C50C-8776-40D1-BF47-CB6EFC265858}">
      <dgm:prSet/>
      <dgm:spPr/>
      <dgm:t>
        <a:bodyPr/>
        <a:lstStyle/>
        <a:p>
          <a:endParaRPr lang="en-US"/>
        </a:p>
      </dgm:t>
    </dgm:pt>
    <dgm:pt modelId="{D6AFE53A-5A28-4671-9897-639953457634}" type="sibTrans" cxnId="{D134C50C-8776-40D1-BF47-CB6EFC265858}">
      <dgm:prSet/>
      <dgm:spPr/>
      <dgm:t>
        <a:bodyPr/>
        <a:lstStyle/>
        <a:p>
          <a:endParaRPr lang="en-US"/>
        </a:p>
      </dgm:t>
    </dgm:pt>
    <dgm:pt modelId="{802292E4-D058-46D5-97B2-CE595A49CB8C}">
      <dgm:prSet phldrT="[Text]"/>
      <dgm:spPr/>
      <dgm:t>
        <a:bodyPr/>
        <a:lstStyle/>
        <a:p>
          <a:r>
            <a:rPr lang="en-US" dirty="0"/>
            <a:t>A Messenger</a:t>
          </a:r>
        </a:p>
      </dgm:t>
    </dgm:pt>
    <dgm:pt modelId="{BB4B96FC-22E0-4116-86E4-DFCF0C670CFE}" type="parTrans" cxnId="{DE40FB6F-FC16-4115-8E8C-266D28FEAFFD}">
      <dgm:prSet/>
      <dgm:spPr/>
      <dgm:t>
        <a:bodyPr/>
        <a:lstStyle/>
        <a:p>
          <a:endParaRPr lang="en-US"/>
        </a:p>
      </dgm:t>
    </dgm:pt>
    <dgm:pt modelId="{0E19963E-F6FB-469E-ADE0-CBD97360346B}" type="sibTrans" cxnId="{DE40FB6F-FC16-4115-8E8C-266D28FEAFFD}">
      <dgm:prSet/>
      <dgm:spPr/>
      <dgm:t>
        <a:bodyPr/>
        <a:lstStyle/>
        <a:p>
          <a:endParaRPr lang="en-US"/>
        </a:p>
      </dgm:t>
    </dgm:pt>
    <dgm:pt modelId="{7B1454CB-8E30-46D8-A490-F647D770A362}">
      <dgm:prSet phldrT="[Text]"/>
      <dgm:spPr/>
      <dgm:t>
        <a:bodyPr/>
        <a:lstStyle/>
        <a:p>
          <a:r>
            <a:rPr lang="en-US" dirty="0"/>
            <a:t>A Database</a:t>
          </a:r>
        </a:p>
      </dgm:t>
    </dgm:pt>
    <dgm:pt modelId="{BA5084CF-6292-43BF-BB45-D559AC383EB1}" type="parTrans" cxnId="{CC70BDAA-5A26-4B6A-B54D-2CDE7FE350B3}">
      <dgm:prSet/>
      <dgm:spPr/>
      <dgm:t>
        <a:bodyPr/>
        <a:lstStyle/>
        <a:p>
          <a:endParaRPr lang="en-US"/>
        </a:p>
      </dgm:t>
    </dgm:pt>
    <dgm:pt modelId="{54069918-1D52-4069-B031-CB6EFC2F7CBC}" type="sibTrans" cxnId="{CC70BDAA-5A26-4B6A-B54D-2CDE7FE350B3}">
      <dgm:prSet/>
      <dgm:spPr/>
      <dgm:t>
        <a:bodyPr/>
        <a:lstStyle/>
        <a:p>
          <a:endParaRPr lang="en-US"/>
        </a:p>
      </dgm:t>
    </dgm:pt>
    <dgm:pt modelId="{52CA4C8A-550B-4F02-8116-F9B57D61D46B}" type="pres">
      <dgm:prSet presAssocID="{356D004F-A3CA-4BDD-98ED-4D9DE9C4E769}" presName="Name0" presStyleCnt="0">
        <dgm:presLayoutVars>
          <dgm:dir/>
          <dgm:animLvl val="lvl"/>
          <dgm:resizeHandles val="exact"/>
        </dgm:presLayoutVars>
      </dgm:prSet>
      <dgm:spPr/>
    </dgm:pt>
    <dgm:pt modelId="{058B37FE-24FF-474A-8E34-230C6157B812}" type="pres">
      <dgm:prSet presAssocID="{EEDF9B81-55B8-4B62-915A-0E19AB2F6698}" presName="composite" presStyleCnt="0"/>
      <dgm:spPr/>
    </dgm:pt>
    <dgm:pt modelId="{67890CEF-FAA2-4393-A5EA-8FF46EBF9B3A}" type="pres">
      <dgm:prSet presAssocID="{EEDF9B81-55B8-4B62-915A-0E19AB2F669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8F4C583-B99D-4166-BFBC-D68085F66483}" type="pres">
      <dgm:prSet presAssocID="{EEDF9B81-55B8-4B62-915A-0E19AB2F6698}" presName="desTx" presStyleLbl="alignAccFollowNode1" presStyleIdx="0" presStyleCnt="2">
        <dgm:presLayoutVars>
          <dgm:bulletEnabled val="1"/>
        </dgm:presLayoutVars>
      </dgm:prSet>
      <dgm:spPr/>
    </dgm:pt>
    <dgm:pt modelId="{8AB2C044-F0C8-4F3D-A8A3-52FC641CEEC7}" type="pres">
      <dgm:prSet presAssocID="{0D5F0F40-4BE5-45EE-B38A-7D9D34023BFA}" presName="space" presStyleCnt="0"/>
      <dgm:spPr/>
    </dgm:pt>
    <dgm:pt modelId="{121C02E7-BBA8-435E-87CD-443E47951A2A}" type="pres">
      <dgm:prSet presAssocID="{726CF531-C850-4BC4-AA89-6984CF57DC76}" presName="composite" presStyleCnt="0"/>
      <dgm:spPr/>
    </dgm:pt>
    <dgm:pt modelId="{9B0FB4A8-2813-4B30-837A-AE72A70010BA}" type="pres">
      <dgm:prSet presAssocID="{726CF531-C850-4BC4-AA89-6984CF57DC76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AB863F8-DED0-4A61-82BF-E4F222977382}" type="pres">
      <dgm:prSet presAssocID="{726CF531-C850-4BC4-AA89-6984CF57DC76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CDC63C0C-CAFD-461A-BF5C-7CFAE9F4742B}" srcId="{726CF531-C850-4BC4-AA89-6984CF57DC76}" destId="{4FAFD3DD-5448-445F-9619-FD639C9F32B8}" srcOrd="0" destOrd="0" parTransId="{1AF7C16F-68DE-48B4-A4FF-22BE161B2B4C}" sibTransId="{B9FA6FF0-3463-43D6-A75D-D2DEC10091F0}"/>
    <dgm:cxn modelId="{C891900C-A957-497A-9A27-B44173ABE760}" type="presOf" srcId="{CA01D07A-72BE-4177-AA94-1098FC84B67F}" destId="{28F4C583-B99D-4166-BFBC-D68085F66483}" srcOrd="0" destOrd="1" presId="urn:microsoft.com/office/officeart/2005/8/layout/hList1"/>
    <dgm:cxn modelId="{D134C50C-8776-40D1-BF47-CB6EFC265858}" srcId="{726CF531-C850-4BC4-AA89-6984CF57DC76}" destId="{51E9E8D2-8B11-4041-B096-6C50EA38F90D}" srcOrd="2" destOrd="0" parTransId="{108237E3-E124-46E7-B43D-6655B4559535}" sibTransId="{D6AFE53A-5A28-4671-9897-639953457634}"/>
    <dgm:cxn modelId="{100C590E-E404-472C-9592-FE8A9EF028F0}" type="presOf" srcId="{356D004F-A3CA-4BDD-98ED-4D9DE9C4E769}" destId="{52CA4C8A-550B-4F02-8116-F9B57D61D46B}" srcOrd="0" destOrd="0" presId="urn:microsoft.com/office/officeart/2005/8/layout/hList1"/>
    <dgm:cxn modelId="{22F46E15-471F-4C7B-83AA-DA25B88B4901}" srcId="{EEDF9B81-55B8-4B62-915A-0E19AB2F6698}" destId="{1F3C79A8-2FF6-4E36-821E-18155A733A4F}" srcOrd="0" destOrd="0" parTransId="{F2042999-DE4D-45BC-9E35-1E7748A99262}" sibTransId="{CF3506CF-3DF9-482F-9965-181EBCDB3C3D}"/>
    <dgm:cxn modelId="{FDF8FF23-EDEB-407B-B37A-78F8F2E843D7}" srcId="{EEDF9B81-55B8-4B62-915A-0E19AB2F6698}" destId="{A2709171-A55D-4FCF-9B5E-4378FB70D62C}" srcOrd="3" destOrd="0" parTransId="{826A521C-532A-426A-9440-C95329A9BC80}" sibTransId="{B670A778-3229-44A9-9ECC-512BE70D2B7C}"/>
    <dgm:cxn modelId="{7E395C2F-02DC-4F20-B134-87DF67A31662}" type="presOf" srcId="{802292E4-D058-46D5-97B2-CE595A49CB8C}" destId="{5AB863F8-DED0-4A61-82BF-E4F222977382}" srcOrd="0" destOrd="3" presId="urn:microsoft.com/office/officeart/2005/8/layout/hList1"/>
    <dgm:cxn modelId="{44189D30-AEA0-4F1C-843B-986CFFAF6C2D}" type="presOf" srcId="{A2709171-A55D-4FCF-9B5E-4378FB70D62C}" destId="{28F4C583-B99D-4166-BFBC-D68085F66483}" srcOrd="0" destOrd="3" presId="urn:microsoft.com/office/officeart/2005/8/layout/hList1"/>
    <dgm:cxn modelId="{6DD1B439-3B2E-4C0B-953C-DF8D0783EC2B}" srcId="{EEDF9B81-55B8-4B62-915A-0E19AB2F6698}" destId="{59219A60-0B7E-4672-83E3-8624357915D8}" srcOrd="2" destOrd="0" parTransId="{B877420E-88D9-4A00-BC6C-B041061C69EA}" sibTransId="{780D4793-EA5B-450D-9C53-2C41371CB165}"/>
    <dgm:cxn modelId="{96422A67-5F43-4FCA-A668-CCAD92FF9667}" srcId="{EEDF9B81-55B8-4B62-915A-0E19AB2F6698}" destId="{CA01D07A-72BE-4177-AA94-1098FC84B67F}" srcOrd="1" destOrd="0" parTransId="{9D243203-04A1-421F-9813-B06C990E6225}" sibTransId="{5ABAEDCB-E9C0-46FF-982A-15A7F33CE1A3}"/>
    <dgm:cxn modelId="{DE40FB6F-FC16-4115-8E8C-266D28FEAFFD}" srcId="{726CF531-C850-4BC4-AA89-6984CF57DC76}" destId="{802292E4-D058-46D5-97B2-CE595A49CB8C}" srcOrd="3" destOrd="0" parTransId="{BB4B96FC-22E0-4116-86E4-DFCF0C670CFE}" sibTransId="{0E19963E-F6FB-469E-ADE0-CBD97360346B}"/>
    <dgm:cxn modelId="{F7A2DE72-6544-4EEA-ACE8-8ACECF7EF27F}" type="presOf" srcId="{1F3C79A8-2FF6-4E36-821E-18155A733A4F}" destId="{28F4C583-B99D-4166-BFBC-D68085F66483}" srcOrd="0" destOrd="0" presId="urn:microsoft.com/office/officeart/2005/8/layout/hList1"/>
    <dgm:cxn modelId="{0431D954-34A6-42B8-BF02-25362060B438}" type="presOf" srcId="{F30A1290-5D5F-4905-8A36-0211D7EEF903}" destId="{5AB863F8-DED0-4A61-82BF-E4F222977382}" srcOrd="0" destOrd="1" presId="urn:microsoft.com/office/officeart/2005/8/layout/hList1"/>
    <dgm:cxn modelId="{E85AD783-D372-4C84-A501-2A11AF9E451D}" type="presOf" srcId="{726CF531-C850-4BC4-AA89-6984CF57DC76}" destId="{9B0FB4A8-2813-4B30-837A-AE72A70010BA}" srcOrd="0" destOrd="0" presId="urn:microsoft.com/office/officeart/2005/8/layout/hList1"/>
    <dgm:cxn modelId="{56326B84-DD92-4B58-B30C-52CBB91FE8FF}" type="presOf" srcId="{51E9E8D2-8B11-4041-B096-6C50EA38F90D}" destId="{5AB863F8-DED0-4A61-82BF-E4F222977382}" srcOrd="0" destOrd="2" presId="urn:microsoft.com/office/officeart/2005/8/layout/hList1"/>
    <dgm:cxn modelId="{47DB6088-AFC5-42C8-9898-EED187DAB9A9}" srcId="{356D004F-A3CA-4BDD-98ED-4D9DE9C4E769}" destId="{726CF531-C850-4BC4-AA89-6984CF57DC76}" srcOrd="1" destOrd="0" parTransId="{266B1EE4-8CAE-4274-AA89-FD9AE9BBDB67}" sibTransId="{E9A6207E-7D38-4380-AD93-D52D82BAB5FA}"/>
    <dgm:cxn modelId="{CC70BDAA-5A26-4B6A-B54D-2CDE7FE350B3}" srcId="{726CF531-C850-4BC4-AA89-6984CF57DC76}" destId="{7B1454CB-8E30-46D8-A490-F647D770A362}" srcOrd="4" destOrd="0" parTransId="{BA5084CF-6292-43BF-BB45-D559AC383EB1}" sibTransId="{54069918-1D52-4069-B031-CB6EFC2F7CBC}"/>
    <dgm:cxn modelId="{E5C623C2-DC52-4584-B602-D306523378B1}" type="presOf" srcId="{4FAFD3DD-5448-445F-9619-FD639C9F32B8}" destId="{5AB863F8-DED0-4A61-82BF-E4F222977382}" srcOrd="0" destOrd="0" presId="urn:microsoft.com/office/officeart/2005/8/layout/hList1"/>
    <dgm:cxn modelId="{5ADE28CD-722B-44FD-8F4B-0AAAD7271AE5}" srcId="{726CF531-C850-4BC4-AA89-6984CF57DC76}" destId="{F30A1290-5D5F-4905-8A36-0211D7EEF903}" srcOrd="1" destOrd="0" parTransId="{2EB81B92-C783-48F8-87E9-D63E3461DD7A}" sibTransId="{EAF0961E-7526-4182-B120-FBA331E76939}"/>
    <dgm:cxn modelId="{AE9036D5-5133-4523-BF62-A2FA002C9F16}" srcId="{356D004F-A3CA-4BDD-98ED-4D9DE9C4E769}" destId="{EEDF9B81-55B8-4B62-915A-0E19AB2F6698}" srcOrd="0" destOrd="0" parTransId="{19960424-466B-40FC-BFE4-2806055E6520}" sibTransId="{0D5F0F40-4BE5-45EE-B38A-7D9D34023BFA}"/>
    <dgm:cxn modelId="{854B7FEA-90EF-47FB-BA4C-C67D49EF5B78}" type="presOf" srcId="{59219A60-0B7E-4672-83E3-8624357915D8}" destId="{28F4C583-B99D-4166-BFBC-D68085F66483}" srcOrd="0" destOrd="2" presId="urn:microsoft.com/office/officeart/2005/8/layout/hList1"/>
    <dgm:cxn modelId="{DE89FEFB-0CD5-440F-BD56-3277F708739A}" type="presOf" srcId="{EEDF9B81-55B8-4B62-915A-0E19AB2F6698}" destId="{67890CEF-FAA2-4393-A5EA-8FF46EBF9B3A}" srcOrd="0" destOrd="0" presId="urn:microsoft.com/office/officeart/2005/8/layout/hList1"/>
    <dgm:cxn modelId="{9671AAFF-6F22-4C56-A9EC-CAA0C16357CF}" type="presOf" srcId="{7B1454CB-8E30-46D8-A490-F647D770A362}" destId="{5AB863F8-DED0-4A61-82BF-E4F222977382}" srcOrd="0" destOrd="4" presId="urn:microsoft.com/office/officeart/2005/8/layout/hList1"/>
    <dgm:cxn modelId="{A7A4734E-690F-45F3-BC8D-F07F0EDEDB94}" type="presParOf" srcId="{52CA4C8A-550B-4F02-8116-F9B57D61D46B}" destId="{058B37FE-24FF-474A-8E34-230C6157B812}" srcOrd="0" destOrd="0" presId="urn:microsoft.com/office/officeart/2005/8/layout/hList1"/>
    <dgm:cxn modelId="{76AA4441-E723-4AFF-B667-1135AD97BEAA}" type="presParOf" srcId="{058B37FE-24FF-474A-8E34-230C6157B812}" destId="{67890CEF-FAA2-4393-A5EA-8FF46EBF9B3A}" srcOrd="0" destOrd="0" presId="urn:microsoft.com/office/officeart/2005/8/layout/hList1"/>
    <dgm:cxn modelId="{03B1A6B2-013A-4EE0-B7AE-A541B8A44F19}" type="presParOf" srcId="{058B37FE-24FF-474A-8E34-230C6157B812}" destId="{28F4C583-B99D-4166-BFBC-D68085F66483}" srcOrd="1" destOrd="0" presId="urn:microsoft.com/office/officeart/2005/8/layout/hList1"/>
    <dgm:cxn modelId="{FC3BDCC0-CC90-4951-B6BB-52BDB13908B1}" type="presParOf" srcId="{52CA4C8A-550B-4F02-8116-F9B57D61D46B}" destId="{8AB2C044-F0C8-4F3D-A8A3-52FC641CEEC7}" srcOrd="1" destOrd="0" presId="urn:microsoft.com/office/officeart/2005/8/layout/hList1"/>
    <dgm:cxn modelId="{5C8AD58A-8C5B-42FF-8159-4FA6CBADB229}" type="presParOf" srcId="{52CA4C8A-550B-4F02-8116-F9B57D61D46B}" destId="{121C02E7-BBA8-435E-87CD-443E47951A2A}" srcOrd="2" destOrd="0" presId="urn:microsoft.com/office/officeart/2005/8/layout/hList1"/>
    <dgm:cxn modelId="{09047FAF-6BFA-4D60-8CB8-BAE2A4695760}" type="presParOf" srcId="{121C02E7-BBA8-435E-87CD-443E47951A2A}" destId="{9B0FB4A8-2813-4B30-837A-AE72A70010BA}" srcOrd="0" destOrd="0" presId="urn:microsoft.com/office/officeart/2005/8/layout/hList1"/>
    <dgm:cxn modelId="{D8141BE9-015C-4D81-978C-605E2579D166}" type="presParOf" srcId="{121C02E7-BBA8-435E-87CD-443E47951A2A}" destId="{5AB863F8-DED0-4A61-82BF-E4F22297738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890CEF-FAA2-4393-A5EA-8FF46EBF9B3A}">
      <dsp:nvSpPr>
        <dsp:cNvPr id="0" name=""/>
        <dsp:cNvSpPr/>
      </dsp:nvSpPr>
      <dsp:spPr>
        <a:xfrm>
          <a:off x="24" y="50558"/>
          <a:ext cx="2351923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Blockchain is</a:t>
          </a:r>
        </a:p>
      </dsp:txBody>
      <dsp:txXfrm>
        <a:off x="24" y="50558"/>
        <a:ext cx="2351923" cy="633600"/>
      </dsp:txXfrm>
    </dsp:sp>
    <dsp:sp modelId="{28F4C583-B99D-4166-BFBC-D68085F66483}">
      <dsp:nvSpPr>
        <dsp:cNvPr id="0" name=""/>
        <dsp:cNvSpPr/>
      </dsp:nvSpPr>
      <dsp:spPr>
        <a:xfrm>
          <a:off x="24" y="684158"/>
          <a:ext cx="2351923" cy="206080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Distributed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Ledger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P2P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Immutable</a:t>
          </a:r>
        </a:p>
      </dsp:txBody>
      <dsp:txXfrm>
        <a:off x="24" y="684158"/>
        <a:ext cx="2351923" cy="2060808"/>
      </dsp:txXfrm>
    </dsp:sp>
    <dsp:sp modelId="{9B0FB4A8-2813-4B30-837A-AE72A70010BA}">
      <dsp:nvSpPr>
        <dsp:cNvPr id="0" name=""/>
        <dsp:cNvSpPr/>
      </dsp:nvSpPr>
      <dsp:spPr>
        <a:xfrm>
          <a:off x="2681217" y="50558"/>
          <a:ext cx="2351923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Blockchain is </a:t>
          </a:r>
          <a:r>
            <a:rPr lang="en-US" sz="2200" b="1" kern="1200" dirty="0"/>
            <a:t>NOT</a:t>
          </a:r>
        </a:p>
      </dsp:txBody>
      <dsp:txXfrm>
        <a:off x="2681217" y="50558"/>
        <a:ext cx="2351923" cy="633600"/>
      </dsp:txXfrm>
    </dsp:sp>
    <dsp:sp modelId="{5AB863F8-DED0-4A61-82BF-E4F222977382}">
      <dsp:nvSpPr>
        <dsp:cNvPr id="0" name=""/>
        <dsp:cNvSpPr/>
      </dsp:nvSpPr>
      <dsp:spPr>
        <a:xfrm>
          <a:off x="2681217" y="684158"/>
          <a:ext cx="2351923" cy="206080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Bitcoin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Money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Mastercard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A Messenger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A Database</a:t>
          </a:r>
        </a:p>
      </dsp:txBody>
      <dsp:txXfrm>
        <a:off x="2681217" y="684158"/>
        <a:ext cx="2351923" cy="20608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5/25/2019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8965" y="1655520"/>
            <a:ext cx="8246070" cy="137434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rgbClr val="1100EA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8965" y="3487980"/>
            <a:ext cx="8231372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81175"/>
            <a:ext cx="8246070" cy="763526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1100E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350111"/>
            <a:ext cx="8246070" cy="3512212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4130" y="128470"/>
            <a:ext cx="6260905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1100E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4129" y="1044700"/>
            <a:ext cx="6260905" cy="3511061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317" y="281175"/>
            <a:ext cx="8093365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1100E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502815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1975212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02815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975212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5/25/2019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HammedMohamadi" TargetMode="External"/><Relationship Id="rId5" Type="http://schemas.openxmlformats.org/officeDocument/2006/relationships/hyperlink" Target="https://github.com/fivil" TargetMode="Externa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101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573A58-CDAA-4443-ABBE-ABFD44CCD1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525" y="3640685"/>
            <a:ext cx="305410" cy="3054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F5566E-6597-4764-92AC-AE09F975D5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525" y="3987725"/>
            <a:ext cx="305409" cy="3054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2551A0-D270-43E4-A6BF-CE53B3D062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525" y="4404210"/>
            <a:ext cx="282074" cy="2820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066EBC-83D7-4339-9EE7-B26C3C95B68E}"/>
              </a:ext>
            </a:extLst>
          </p:cNvPr>
          <p:cNvSpPr txBox="1"/>
          <p:nvPr/>
        </p:nvSpPr>
        <p:spPr>
          <a:xfrm>
            <a:off x="5640935" y="3654890"/>
            <a:ext cx="7184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55AD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@FIVIL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3AD6E7-FF13-4E6F-B3C5-B0B665D6079C}"/>
              </a:ext>
            </a:extLst>
          </p:cNvPr>
          <p:cNvSpPr txBox="1"/>
          <p:nvPr/>
        </p:nvSpPr>
        <p:spPr>
          <a:xfrm>
            <a:off x="5640935" y="4001929"/>
            <a:ext cx="1649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55ADEE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https://github.com/fivil</a:t>
            </a:r>
            <a:endParaRPr lang="en-US" sz="1200" dirty="0">
              <a:solidFill>
                <a:srgbClr val="55AD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E72192-E913-4A1B-BCC1-0CA13B2C3680}"/>
              </a:ext>
            </a:extLst>
          </p:cNvPr>
          <p:cNvSpPr txBox="1"/>
          <p:nvPr/>
        </p:nvSpPr>
        <p:spPr>
          <a:xfrm>
            <a:off x="5640935" y="4404210"/>
            <a:ext cx="331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55ADEE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https://www.linkedin.com/in/HammedMohamadi</a:t>
            </a:r>
            <a:endParaRPr lang="en-US" sz="1200" dirty="0">
              <a:solidFill>
                <a:srgbClr val="55AD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Blockchain?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vs decentralized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Decentralization Matters?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 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Birth of Bitcoin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5111375" y="1975212"/>
            <a:ext cx="4041775" cy="2276294"/>
          </a:xfrm>
        </p:spPr>
        <p:txBody>
          <a:bodyPr>
            <a:normAutofit fontScale="92500"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Tensions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interesting charts</a:t>
            </a:r>
            <a:endParaRPr lang="fa-I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4E91A4-843E-42A6-87B6-D24AB2AE4292}"/>
              </a:ext>
            </a:extLst>
          </p:cNvPr>
          <p:cNvSpPr txBox="1"/>
          <p:nvPr/>
        </p:nvSpPr>
        <p:spPr>
          <a:xfrm>
            <a:off x="3808476" y="1802308"/>
            <a:ext cx="519196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did for communications,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think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do for trusted transactions.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Chief Executive Ginny Rometty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83F291-A810-43D2-AEC7-44168E787FE6}"/>
              </a:ext>
            </a:extLst>
          </p:cNvPr>
          <p:cNvSpPr txBox="1">
            <a:spLocks/>
          </p:cNvSpPr>
          <p:nvPr/>
        </p:nvSpPr>
        <p:spPr>
          <a:xfrm>
            <a:off x="1212491" y="281175"/>
            <a:ext cx="7787955" cy="500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1100E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366A53-AFD8-49BC-966D-302DD3D910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130" y="1776817"/>
            <a:ext cx="1374345" cy="15898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99C2AA-3B35-4E7C-B14F-F6BFE419FA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292" y="4290825"/>
            <a:ext cx="1438275" cy="5715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3A9AAFE-7FFC-4BF0-B83D-038824B0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130" y="128470"/>
            <a:ext cx="6260905" cy="725349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Why should I care?</a:t>
            </a:r>
          </a:p>
        </p:txBody>
      </p:sp>
    </p:spTree>
    <p:extLst>
      <p:ext uri="{BB962C8B-B14F-4D97-AF65-F5344CB8AC3E}">
        <p14:creationId xmlns:p14="http://schemas.microsoft.com/office/powerpoint/2010/main" val="2135896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F61D753-B49B-4B37-A990-D61E98AE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130" y="128470"/>
            <a:ext cx="6260905" cy="725349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is Blockchain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0C3367-42F3-49FB-8FE5-A510E3F7AF01}"/>
              </a:ext>
            </a:extLst>
          </p:cNvPr>
          <p:cNvSpPr txBox="1"/>
          <p:nvPr/>
        </p:nvSpPr>
        <p:spPr>
          <a:xfrm>
            <a:off x="2434130" y="1556087"/>
            <a:ext cx="6108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is a shared, distributed ledger that facilitates the process of recording transactions and tracking assets in a business network. An asset can be tangible — a house, a car, cash, land  — or intangible like intellectual property, such as patents, copyrights, or branding. Virtually anything of value can be tracked and traded on a blockchain network, reducing risk and cutting costs for all involved</a:t>
            </a:r>
          </a:p>
        </p:txBody>
      </p:sp>
    </p:spTree>
    <p:extLst>
      <p:ext uri="{BB962C8B-B14F-4D97-AF65-F5344CB8AC3E}">
        <p14:creationId xmlns:p14="http://schemas.microsoft.com/office/powerpoint/2010/main" val="3497715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F61D753-B49B-4B37-A990-D61E98AE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130" y="128470"/>
            <a:ext cx="6260905" cy="725349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is Blockchain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A1C80B0-3973-453C-BEE3-DA479CB8B4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1009481"/>
              </p:ext>
            </p:extLst>
          </p:nvPr>
        </p:nvGraphicFramePr>
        <p:xfrm>
          <a:off x="2434130" y="1173987"/>
          <a:ext cx="5033165" cy="2795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6873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F61D753-B49B-4B37-A990-D61E98AE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130" y="128470"/>
            <a:ext cx="6260905" cy="725349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is Blockchain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64C74D-78A7-4E76-A5BA-42F36F75F9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130" y="1290929"/>
            <a:ext cx="4877410" cy="2561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F5F25D-1069-430B-99D0-1B8C9D7BD680}"/>
              </a:ext>
            </a:extLst>
          </p:cNvPr>
          <p:cNvSpPr txBox="1"/>
          <p:nvPr/>
        </p:nvSpPr>
        <p:spPr>
          <a:xfrm>
            <a:off x="6862575" y="3920348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Ledger</a:t>
            </a:r>
          </a:p>
        </p:txBody>
      </p:sp>
    </p:spTree>
    <p:extLst>
      <p:ext uri="{BB962C8B-B14F-4D97-AF65-F5344CB8AC3E}">
        <p14:creationId xmlns:p14="http://schemas.microsoft.com/office/powerpoint/2010/main" val="2696021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vs decentralized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B581D-0E72-4725-A0B1-A7488AA08D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84C622E-E3C5-4BB1-A1EF-AFDB2740026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196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Microsoft Office PowerPoint</Application>
  <PresentationFormat>On-screen Show (16:9)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Blockchain 101</vt:lpstr>
      <vt:lpstr>Abstract</vt:lpstr>
      <vt:lpstr>Why should I care?</vt:lpstr>
      <vt:lpstr>What is Blockchain?</vt:lpstr>
      <vt:lpstr>What is Blockchain?</vt:lpstr>
      <vt:lpstr>What is Blockchain?</vt:lpstr>
      <vt:lpstr> Centralized vs decentralized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2019-05-24T23:56:16Z</dcterms:modified>
</cp:coreProperties>
</file>