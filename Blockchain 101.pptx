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>
  <p:sldMasterIdLst>
    <p:sldMasterId id="2147483648" r:id="rId1"/>
  </p:sldMasterIdLst>
  <p:notesMasterIdLst>
    <p:notesMasterId r:id="rId18"/>
  </p:notesMasterIdLst>
  <p:sldIdLst>
    <p:sldId id="256" r:id="rId2"/>
    <p:sldId id="258" r:id="rId3"/>
    <p:sldId id="259" r:id="rId4"/>
    <p:sldId id="260" r:id="rId5"/>
    <p:sldId id="261" r:id="rId6"/>
    <p:sldId id="263" r:id="rId7"/>
    <p:sldId id="264" r:id="rId8"/>
    <p:sldId id="262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</p:sldIdLst>
  <p:sldSz cx="9144000" cy="5143500" type="screen16x9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5ADEE"/>
    <a:srgbClr val="3399DB"/>
    <a:srgbClr val="1100EA"/>
    <a:srgbClr val="252AFF"/>
    <a:srgbClr val="FF2549"/>
    <a:srgbClr val="1D3A00"/>
    <a:srgbClr val="007033"/>
    <a:srgbClr val="5EEC3C"/>
    <a:srgbClr val="990099"/>
    <a:srgbClr val="CC00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>
        <p:scale>
          <a:sx n="124" d="100"/>
          <a:sy n="124" d="100"/>
        </p:scale>
        <p:origin x="168" y="-453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152705" cy="152705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56D004F-A3CA-4BDD-98ED-4D9DE9C4E769}" type="doc">
      <dgm:prSet loTypeId="urn:microsoft.com/office/officeart/2005/8/layout/h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EEDF9B81-55B8-4B62-915A-0E19AB2F6698}">
      <dgm:prSet phldrT="[Text]"/>
      <dgm:spPr/>
      <dgm:t>
        <a:bodyPr/>
        <a:lstStyle/>
        <a:p>
          <a:r>
            <a:rPr lang="en-US" dirty="0"/>
            <a:t>Blockchain is</a:t>
          </a:r>
        </a:p>
      </dgm:t>
    </dgm:pt>
    <dgm:pt modelId="{19960424-466B-40FC-BFE4-2806055E6520}" type="parTrans" cxnId="{AE9036D5-5133-4523-BF62-A2FA002C9F16}">
      <dgm:prSet/>
      <dgm:spPr/>
      <dgm:t>
        <a:bodyPr/>
        <a:lstStyle/>
        <a:p>
          <a:endParaRPr lang="en-US"/>
        </a:p>
      </dgm:t>
    </dgm:pt>
    <dgm:pt modelId="{0D5F0F40-4BE5-45EE-B38A-7D9D34023BFA}" type="sibTrans" cxnId="{AE9036D5-5133-4523-BF62-A2FA002C9F16}">
      <dgm:prSet/>
      <dgm:spPr/>
      <dgm:t>
        <a:bodyPr/>
        <a:lstStyle/>
        <a:p>
          <a:endParaRPr lang="en-US"/>
        </a:p>
      </dgm:t>
    </dgm:pt>
    <dgm:pt modelId="{1F3C79A8-2FF6-4E36-821E-18155A733A4F}">
      <dgm:prSet phldrT="[Text]"/>
      <dgm:spPr/>
      <dgm:t>
        <a:bodyPr/>
        <a:lstStyle/>
        <a:p>
          <a:r>
            <a:rPr lang="en-US" dirty="0"/>
            <a:t>Distributed</a:t>
          </a:r>
        </a:p>
      </dgm:t>
    </dgm:pt>
    <dgm:pt modelId="{F2042999-DE4D-45BC-9E35-1E7748A99262}" type="parTrans" cxnId="{22F46E15-471F-4C7B-83AA-DA25B88B4901}">
      <dgm:prSet/>
      <dgm:spPr/>
      <dgm:t>
        <a:bodyPr/>
        <a:lstStyle/>
        <a:p>
          <a:endParaRPr lang="en-US"/>
        </a:p>
      </dgm:t>
    </dgm:pt>
    <dgm:pt modelId="{CF3506CF-3DF9-482F-9965-181EBCDB3C3D}" type="sibTrans" cxnId="{22F46E15-471F-4C7B-83AA-DA25B88B4901}">
      <dgm:prSet/>
      <dgm:spPr/>
      <dgm:t>
        <a:bodyPr/>
        <a:lstStyle/>
        <a:p>
          <a:endParaRPr lang="en-US"/>
        </a:p>
      </dgm:t>
    </dgm:pt>
    <dgm:pt modelId="{CA01D07A-72BE-4177-AA94-1098FC84B67F}">
      <dgm:prSet phldrT="[Text]"/>
      <dgm:spPr/>
      <dgm:t>
        <a:bodyPr/>
        <a:lstStyle/>
        <a:p>
          <a:r>
            <a:rPr lang="en-US" dirty="0"/>
            <a:t>Ledger</a:t>
          </a:r>
        </a:p>
      </dgm:t>
    </dgm:pt>
    <dgm:pt modelId="{9D243203-04A1-421F-9813-B06C990E6225}" type="parTrans" cxnId="{96422A67-5F43-4FCA-A668-CCAD92FF9667}">
      <dgm:prSet/>
      <dgm:spPr/>
      <dgm:t>
        <a:bodyPr/>
        <a:lstStyle/>
        <a:p>
          <a:endParaRPr lang="en-US"/>
        </a:p>
      </dgm:t>
    </dgm:pt>
    <dgm:pt modelId="{5ABAEDCB-E9C0-46FF-982A-15A7F33CE1A3}" type="sibTrans" cxnId="{96422A67-5F43-4FCA-A668-CCAD92FF9667}">
      <dgm:prSet/>
      <dgm:spPr/>
      <dgm:t>
        <a:bodyPr/>
        <a:lstStyle/>
        <a:p>
          <a:endParaRPr lang="en-US"/>
        </a:p>
      </dgm:t>
    </dgm:pt>
    <dgm:pt modelId="{726CF531-C850-4BC4-AA89-6984CF57DC76}">
      <dgm:prSet phldrT="[Text]"/>
      <dgm:spPr/>
      <dgm:t>
        <a:bodyPr/>
        <a:lstStyle/>
        <a:p>
          <a:r>
            <a:rPr lang="en-US" dirty="0"/>
            <a:t>Blockchain is </a:t>
          </a:r>
          <a:r>
            <a:rPr lang="en-US" b="1" dirty="0"/>
            <a:t>NOT</a:t>
          </a:r>
        </a:p>
      </dgm:t>
    </dgm:pt>
    <dgm:pt modelId="{266B1EE4-8CAE-4274-AA89-FD9AE9BBDB67}" type="parTrans" cxnId="{47DB6088-AFC5-42C8-9898-EED187DAB9A9}">
      <dgm:prSet/>
      <dgm:spPr/>
      <dgm:t>
        <a:bodyPr/>
        <a:lstStyle/>
        <a:p>
          <a:endParaRPr lang="en-US"/>
        </a:p>
      </dgm:t>
    </dgm:pt>
    <dgm:pt modelId="{E9A6207E-7D38-4380-AD93-D52D82BAB5FA}" type="sibTrans" cxnId="{47DB6088-AFC5-42C8-9898-EED187DAB9A9}">
      <dgm:prSet/>
      <dgm:spPr/>
      <dgm:t>
        <a:bodyPr/>
        <a:lstStyle/>
        <a:p>
          <a:endParaRPr lang="en-US"/>
        </a:p>
      </dgm:t>
    </dgm:pt>
    <dgm:pt modelId="{4FAFD3DD-5448-445F-9619-FD639C9F32B8}">
      <dgm:prSet phldrT="[Text]"/>
      <dgm:spPr/>
      <dgm:t>
        <a:bodyPr/>
        <a:lstStyle/>
        <a:p>
          <a:r>
            <a:rPr lang="en-US" dirty="0"/>
            <a:t>Bitcoin</a:t>
          </a:r>
        </a:p>
      </dgm:t>
    </dgm:pt>
    <dgm:pt modelId="{1AF7C16F-68DE-48B4-A4FF-22BE161B2B4C}" type="parTrans" cxnId="{CDC63C0C-CAFD-461A-BF5C-7CFAE9F4742B}">
      <dgm:prSet/>
      <dgm:spPr/>
      <dgm:t>
        <a:bodyPr/>
        <a:lstStyle/>
        <a:p>
          <a:endParaRPr lang="en-US"/>
        </a:p>
      </dgm:t>
    </dgm:pt>
    <dgm:pt modelId="{B9FA6FF0-3463-43D6-A75D-D2DEC10091F0}" type="sibTrans" cxnId="{CDC63C0C-CAFD-461A-BF5C-7CFAE9F4742B}">
      <dgm:prSet/>
      <dgm:spPr/>
      <dgm:t>
        <a:bodyPr/>
        <a:lstStyle/>
        <a:p>
          <a:endParaRPr lang="en-US"/>
        </a:p>
      </dgm:t>
    </dgm:pt>
    <dgm:pt modelId="{F30A1290-5D5F-4905-8A36-0211D7EEF903}">
      <dgm:prSet phldrT="[Text]"/>
      <dgm:spPr/>
      <dgm:t>
        <a:bodyPr/>
        <a:lstStyle/>
        <a:p>
          <a:r>
            <a:rPr lang="en-US" dirty="0"/>
            <a:t>Money</a:t>
          </a:r>
        </a:p>
      </dgm:t>
    </dgm:pt>
    <dgm:pt modelId="{2EB81B92-C783-48F8-87E9-D63E3461DD7A}" type="parTrans" cxnId="{5ADE28CD-722B-44FD-8F4B-0AAAD7271AE5}">
      <dgm:prSet/>
      <dgm:spPr/>
      <dgm:t>
        <a:bodyPr/>
        <a:lstStyle/>
        <a:p>
          <a:endParaRPr lang="en-US"/>
        </a:p>
      </dgm:t>
    </dgm:pt>
    <dgm:pt modelId="{EAF0961E-7526-4182-B120-FBA331E76939}" type="sibTrans" cxnId="{5ADE28CD-722B-44FD-8F4B-0AAAD7271AE5}">
      <dgm:prSet/>
      <dgm:spPr/>
      <dgm:t>
        <a:bodyPr/>
        <a:lstStyle/>
        <a:p>
          <a:endParaRPr lang="en-US"/>
        </a:p>
      </dgm:t>
    </dgm:pt>
    <dgm:pt modelId="{59219A60-0B7E-4672-83E3-8624357915D8}">
      <dgm:prSet phldrT="[Text]"/>
      <dgm:spPr/>
      <dgm:t>
        <a:bodyPr/>
        <a:lstStyle/>
        <a:p>
          <a:r>
            <a:rPr lang="en-US" dirty="0"/>
            <a:t>P2P</a:t>
          </a:r>
        </a:p>
      </dgm:t>
    </dgm:pt>
    <dgm:pt modelId="{B877420E-88D9-4A00-BC6C-B041061C69EA}" type="parTrans" cxnId="{6DD1B439-3B2E-4C0B-953C-DF8D0783EC2B}">
      <dgm:prSet/>
      <dgm:spPr/>
      <dgm:t>
        <a:bodyPr/>
        <a:lstStyle/>
        <a:p>
          <a:endParaRPr lang="en-US"/>
        </a:p>
      </dgm:t>
    </dgm:pt>
    <dgm:pt modelId="{780D4793-EA5B-450D-9C53-2C41371CB165}" type="sibTrans" cxnId="{6DD1B439-3B2E-4C0B-953C-DF8D0783EC2B}">
      <dgm:prSet/>
      <dgm:spPr/>
      <dgm:t>
        <a:bodyPr/>
        <a:lstStyle/>
        <a:p>
          <a:endParaRPr lang="en-US"/>
        </a:p>
      </dgm:t>
    </dgm:pt>
    <dgm:pt modelId="{A2709171-A55D-4FCF-9B5E-4378FB70D62C}">
      <dgm:prSet phldrT="[Text]"/>
      <dgm:spPr/>
      <dgm:t>
        <a:bodyPr/>
        <a:lstStyle/>
        <a:p>
          <a:r>
            <a:rPr lang="en-US" dirty="0"/>
            <a:t>Immutable</a:t>
          </a:r>
        </a:p>
      </dgm:t>
    </dgm:pt>
    <dgm:pt modelId="{826A521C-532A-426A-9440-C95329A9BC80}" type="parTrans" cxnId="{FDF8FF23-EDEB-407B-B37A-78F8F2E843D7}">
      <dgm:prSet/>
      <dgm:spPr/>
      <dgm:t>
        <a:bodyPr/>
        <a:lstStyle/>
        <a:p>
          <a:endParaRPr lang="en-US"/>
        </a:p>
      </dgm:t>
    </dgm:pt>
    <dgm:pt modelId="{B670A778-3229-44A9-9ECC-512BE70D2B7C}" type="sibTrans" cxnId="{FDF8FF23-EDEB-407B-B37A-78F8F2E843D7}">
      <dgm:prSet/>
      <dgm:spPr/>
      <dgm:t>
        <a:bodyPr/>
        <a:lstStyle/>
        <a:p>
          <a:endParaRPr lang="en-US"/>
        </a:p>
      </dgm:t>
    </dgm:pt>
    <dgm:pt modelId="{51E9E8D2-8B11-4041-B096-6C50EA38F90D}">
      <dgm:prSet phldrT="[Text]"/>
      <dgm:spPr/>
      <dgm:t>
        <a:bodyPr/>
        <a:lstStyle/>
        <a:p>
          <a:r>
            <a:rPr lang="en-US" dirty="0"/>
            <a:t>Mastercard</a:t>
          </a:r>
        </a:p>
      </dgm:t>
    </dgm:pt>
    <dgm:pt modelId="{108237E3-E124-46E7-B43D-6655B4559535}" type="parTrans" cxnId="{D134C50C-8776-40D1-BF47-CB6EFC265858}">
      <dgm:prSet/>
      <dgm:spPr/>
      <dgm:t>
        <a:bodyPr/>
        <a:lstStyle/>
        <a:p>
          <a:endParaRPr lang="en-US"/>
        </a:p>
      </dgm:t>
    </dgm:pt>
    <dgm:pt modelId="{D6AFE53A-5A28-4671-9897-639953457634}" type="sibTrans" cxnId="{D134C50C-8776-40D1-BF47-CB6EFC265858}">
      <dgm:prSet/>
      <dgm:spPr/>
      <dgm:t>
        <a:bodyPr/>
        <a:lstStyle/>
        <a:p>
          <a:endParaRPr lang="en-US"/>
        </a:p>
      </dgm:t>
    </dgm:pt>
    <dgm:pt modelId="{802292E4-D058-46D5-97B2-CE595A49CB8C}">
      <dgm:prSet phldrT="[Text]"/>
      <dgm:spPr/>
      <dgm:t>
        <a:bodyPr/>
        <a:lstStyle/>
        <a:p>
          <a:r>
            <a:rPr lang="en-US" dirty="0"/>
            <a:t>A Messenger</a:t>
          </a:r>
        </a:p>
      </dgm:t>
    </dgm:pt>
    <dgm:pt modelId="{BB4B96FC-22E0-4116-86E4-DFCF0C670CFE}" type="parTrans" cxnId="{DE40FB6F-FC16-4115-8E8C-266D28FEAFFD}">
      <dgm:prSet/>
      <dgm:spPr/>
      <dgm:t>
        <a:bodyPr/>
        <a:lstStyle/>
        <a:p>
          <a:endParaRPr lang="en-US"/>
        </a:p>
      </dgm:t>
    </dgm:pt>
    <dgm:pt modelId="{0E19963E-F6FB-469E-ADE0-CBD97360346B}" type="sibTrans" cxnId="{DE40FB6F-FC16-4115-8E8C-266D28FEAFFD}">
      <dgm:prSet/>
      <dgm:spPr/>
      <dgm:t>
        <a:bodyPr/>
        <a:lstStyle/>
        <a:p>
          <a:endParaRPr lang="en-US"/>
        </a:p>
      </dgm:t>
    </dgm:pt>
    <dgm:pt modelId="{7B1454CB-8E30-46D8-A490-F647D770A362}">
      <dgm:prSet phldrT="[Text]"/>
      <dgm:spPr/>
      <dgm:t>
        <a:bodyPr/>
        <a:lstStyle/>
        <a:p>
          <a:r>
            <a:rPr lang="en-US" dirty="0"/>
            <a:t>A Database</a:t>
          </a:r>
        </a:p>
      </dgm:t>
    </dgm:pt>
    <dgm:pt modelId="{BA5084CF-6292-43BF-BB45-D559AC383EB1}" type="parTrans" cxnId="{CC70BDAA-5A26-4B6A-B54D-2CDE7FE350B3}">
      <dgm:prSet/>
      <dgm:spPr/>
      <dgm:t>
        <a:bodyPr/>
        <a:lstStyle/>
        <a:p>
          <a:endParaRPr lang="en-US"/>
        </a:p>
      </dgm:t>
    </dgm:pt>
    <dgm:pt modelId="{54069918-1D52-4069-B031-CB6EFC2F7CBC}" type="sibTrans" cxnId="{CC70BDAA-5A26-4B6A-B54D-2CDE7FE350B3}">
      <dgm:prSet/>
      <dgm:spPr/>
      <dgm:t>
        <a:bodyPr/>
        <a:lstStyle/>
        <a:p>
          <a:endParaRPr lang="en-US"/>
        </a:p>
      </dgm:t>
    </dgm:pt>
    <dgm:pt modelId="{52CA4C8A-550B-4F02-8116-F9B57D61D46B}" type="pres">
      <dgm:prSet presAssocID="{356D004F-A3CA-4BDD-98ED-4D9DE9C4E769}" presName="Name0" presStyleCnt="0">
        <dgm:presLayoutVars>
          <dgm:dir/>
          <dgm:animLvl val="lvl"/>
          <dgm:resizeHandles val="exact"/>
        </dgm:presLayoutVars>
      </dgm:prSet>
      <dgm:spPr/>
    </dgm:pt>
    <dgm:pt modelId="{058B37FE-24FF-474A-8E34-230C6157B812}" type="pres">
      <dgm:prSet presAssocID="{EEDF9B81-55B8-4B62-915A-0E19AB2F6698}" presName="composite" presStyleCnt="0"/>
      <dgm:spPr/>
    </dgm:pt>
    <dgm:pt modelId="{67890CEF-FAA2-4393-A5EA-8FF46EBF9B3A}" type="pres">
      <dgm:prSet presAssocID="{EEDF9B81-55B8-4B62-915A-0E19AB2F6698}" presName="parTx" presStyleLbl="alignNode1" presStyleIdx="0" presStyleCnt="2">
        <dgm:presLayoutVars>
          <dgm:chMax val="0"/>
          <dgm:chPref val="0"/>
          <dgm:bulletEnabled val="1"/>
        </dgm:presLayoutVars>
      </dgm:prSet>
      <dgm:spPr/>
    </dgm:pt>
    <dgm:pt modelId="{28F4C583-B99D-4166-BFBC-D68085F66483}" type="pres">
      <dgm:prSet presAssocID="{EEDF9B81-55B8-4B62-915A-0E19AB2F6698}" presName="desTx" presStyleLbl="alignAccFollowNode1" presStyleIdx="0" presStyleCnt="2">
        <dgm:presLayoutVars>
          <dgm:bulletEnabled val="1"/>
        </dgm:presLayoutVars>
      </dgm:prSet>
      <dgm:spPr/>
    </dgm:pt>
    <dgm:pt modelId="{8AB2C044-F0C8-4F3D-A8A3-52FC641CEEC7}" type="pres">
      <dgm:prSet presAssocID="{0D5F0F40-4BE5-45EE-B38A-7D9D34023BFA}" presName="space" presStyleCnt="0"/>
      <dgm:spPr/>
    </dgm:pt>
    <dgm:pt modelId="{121C02E7-BBA8-435E-87CD-443E47951A2A}" type="pres">
      <dgm:prSet presAssocID="{726CF531-C850-4BC4-AA89-6984CF57DC76}" presName="composite" presStyleCnt="0"/>
      <dgm:spPr/>
    </dgm:pt>
    <dgm:pt modelId="{9B0FB4A8-2813-4B30-837A-AE72A70010BA}" type="pres">
      <dgm:prSet presAssocID="{726CF531-C850-4BC4-AA89-6984CF57DC76}" presName="parTx" presStyleLbl="alignNode1" presStyleIdx="1" presStyleCnt="2">
        <dgm:presLayoutVars>
          <dgm:chMax val="0"/>
          <dgm:chPref val="0"/>
          <dgm:bulletEnabled val="1"/>
        </dgm:presLayoutVars>
      </dgm:prSet>
      <dgm:spPr/>
    </dgm:pt>
    <dgm:pt modelId="{5AB863F8-DED0-4A61-82BF-E4F222977382}" type="pres">
      <dgm:prSet presAssocID="{726CF531-C850-4BC4-AA89-6984CF57DC76}" presName="desTx" presStyleLbl="alignAccFollowNode1" presStyleIdx="1" presStyleCnt="2">
        <dgm:presLayoutVars>
          <dgm:bulletEnabled val="1"/>
        </dgm:presLayoutVars>
      </dgm:prSet>
      <dgm:spPr/>
    </dgm:pt>
  </dgm:ptLst>
  <dgm:cxnLst>
    <dgm:cxn modelId="{CDC63C0C-CAFD-461A-BF5C-7CFAE9F4742B}" srcId="{726CF531-C850-4BC4-AA89-6984CF57DC76}" destId="{4FAFD3DD-5448-445F-9619-FD639C9F32B8}" srcOrd="0" destOrd="0" parTransId="{1AF7C16F-68DE-48B4-A4FF-22BE161B2B4C}" sibTransId="{B9FA6FF0-3463-43D6-A75D-D2DEC10091F0}"/>
    <dgm:cxn modelId="{C891900C-A957-497A-9A27-B44173ABE760}" type="presOf" srcId="{CA01D07A-72BE-4177-AA94-1098FC84B67F}" destId="{28F4C583-B99D-4166-BFBC-D68085F66483}" srcOrd="0" destOrd="1" presId="urn:microsoft.com/office/officeart/2005/8/layout/hList1"/>
    <dgm:cxn modelId="{D134C50C-8776-40D1-BF47-CB6EFC265858}" srcId="{726CF531-C850-4BC4-AA89-6984CF57DC76}" destId="{51E9E8D2-8B11-4041-B096-6C50EA38F90D}" srcOrd="2" destOrd="0" parTransId="{108237E3-E124-46E7-B43D-6655B4559535}" sibTransId="{D6AFE53A-5A28-4671-9897-639953457634}"/>
    <dgm:cxn modelId="{100C590E-E404-472C-9592-FE8A9EF028F0}" type="presOf" srcId="{356D004F-A3CA-4BDD-98ED-4D9DE9C4E769}" destId="{52CA4C8A-550B-4F02-8116-F9B57D61D46B}" srcOrd="0" destOrd="0" presId="urn:microsoft.com/office/officeart/2005/8/layout/hList1"/>
    <dgm:cxn modelId="{22F46E15-471F-4C7B-83AA-DA25B88B4901}" srcId="{EEDF9B81-55B8-4B62-915A-0E19AB2F6698}" destId="{1F3C79A8-2FF6-4E36-821E-18155A733A4F}" srcOrd="0" destOrd="0" parTransId="{F2042999-DE4D-45BC-9E35-1E7748A99262}" sibTransId="{CF3506CF-3DF9-482F-9965-181EBCDB3C3D}"/>
    <dgm:cxn modelId="{FDF8FF23-EDEB-407B-B37A-78F8F2E843D7}" srcId="{EEDF9B81-55B8-4B62-915A-0E19AB2F6698}" destId="{A2709171-A55D-4FCF-9B5E-4378FB70D62C}" srcOrd="3" destOrd="0" parTransId="{826A521C-532A-426A-9440-C95329A9BC80}" sibTransId="{B670A778-3229-44A9-9ECC-512BE70D2B7C}"/>
    <dgm:cxn modelId="{7E395C2F-02DC-4F20-B134-87DF67A31662}" type="presOf" srcId="{802292E4-D058-46D5-97B2-CE595A49CB8C}" destId="{5AB863F8-DED0-4A61-82BF-E4F222977382}" srcOrd="0" destOrd="3" presId="urn:microsoft.com/office/officeart/2005/8/layout/hList1"/>
    <dgm:cxn modelId="{44189D30-AEA0-4F1C-843B-986CFFAF6C2D}" type="presOf" srcId="{A2709171-A55D-4FCF-9B5E-4378FB70D62C}" destId="{28F4C583-B99D-4166-BFBC-D68085F66483}" srcOrd="0" destOrd="3" presId="urn:microsoft.com/office/officeart/2005/8/layout/hList1"/>
    <dgm:cxn modelId="{6DD1B439-3B2E-4C0B-953C-DF8D0783EC2B}" srcId="{EEDF9B81-55B8-4B62-915A-0E19AB2F6698}" destId="{59219A60-0B7E-4672-83E3-8624357915D8}" srcOrd="2" destOrd="0" parTransId="{B877420E-88D9-4A00-BC6C-B041061C69EA}" sibTransId="{780D4793-EA5B-450D-9C53-2C41371CB165}"/>
    <dgm:cxn modelId="{96422A67-5F43-4FCA-A668-CCAD92FF9667}" srcId="{EEDF9B81-55B8-4B62-915A-0E19AB2F6698}" destId="{CA01D07A-72BE-4177-AA94-1098FC84B67F}" srcOrd="1" destOrd="0" parTransId="{9D243203-04A1-421F-9813-B06C990E6225}" sibTransId="{5ABAEDCB-E9C0-46FF-982A-15A7F33CE1A3}"/>
    <dgm:cxn modelId="{DE40FB6F-FC16-4115-8E8C-266D28FEAFFD}" srcId="{726CF531-C850-4BC4-AA89-6984CF57DC76}" destId="{802292E4-D058-46D5-97B2-CE595A49CB8C}" srcOrd="3" destOrd="0" parTransId="{BB4B96FC-22E0-4116-86E4-DFCF0C670CFE}" sibTransId="{0E19963E-F6FB-469E-ADE0-CBD97360346B}"/>
    <dgm:cxn modelId="{F7A2DE72-6544-4EEA-ACE8-8ACECF7EF27F}" type="presOf" srcId="{1F3C79A8-2FF6-4E36-821E-18155A733A4F}" destId="{28F4C583-B99D-4166-BFBC-D68085F66483}" srcOrd="0" destOrd="0" presId="urn:microsoft.com/office/officeart/2005/8/layout/hList1"/>
    <dgm:cxn modelId="{0431D954-34A6-42B8-BF02-25362060B438}" type="presOf" srcId="{F30A1290-5D5F-4905-8A36-0211D7EEF903}" destId="{5AB863F8-DED0-4A61-82BF-E4F222977382}" srcOrd="0" destOrd="1" presId="urn:microsoft.com/office/officeart/2005/8/layout/hList1"/>
    <dgm:cxn modelId="{E85AD783-D372-4C84-A501-2A11AF9E451D}" type="presOf" srcId="{726CF531-C850-4BC4-AA89-6984CF57DC76}" destId="{9B0FB4A8-2813-4B30-837A-AE72A70010BA}" srcOrd="0" destOrd="0" presId="urn:microsoft.com/office/officeart/2005/8/layout/hList1"/>
    <dgm:cxn modelId="{56326B84-DD92-4B58-B30C-52CBB91FE8FF}" type="presOf" srcId="{51E9E8D2-8B11-4041-B096-6C50EA38F90D}" destId="{5AB863F8-DED0-4A61-82BF-E4F222977382}" srcOrd="0" destOrd="2" presId="urn:microsoft.com/office/officeart/2005/8/layout/hList1"/>
    <dgm:cxn modelId="{47DB6088-AFC5-42C8-9898-EED187DAB9A9}" srcId="{356D004F-A3CA-4BDD-98ED-4D9DE9C4E769}" destId="{726CF531-C850-4BC4-AA89-6984CF57DC76}" srcOrd="1" destOrd="0" parTransId="{266B1EE4-8CAE-4274-AA89-FD9AE9BBDB67}" sibTransId="{E9A6207E-7D38-4380-AD93-D52D82BAB5FA}"/>
    <dgm:cxn modelId="{CC70BDAA-5A26-4B6A-B54D-2CDE7FE350B3}" srcId="{726CF531-C850-4BC4-AA89-6984CF57DC76}" destId="{7B1454CB-8E30-46D8-A490-F647D770A362}" srcOrd="4" destOrd="0" parTransId="{BA5084CF-6292-43BF-BB45-D559AC383EB1}" sibTransId="{54069918-1D52-4069-B031-CB6EFC2F7CBC}"/>
    <dgm:cxn modelId="{E5C623C2-DC52-4584-B602-D306523378B1}" type="presOf" srcId="{4FAFD3DD-5448-445F-9619-FD639C9F32B8}" destId="{5AB863F8-DED0-4A61-82BF-E4F222977382}" srcOrd="0" destOrd="0" presId="urn:microsoft.com/office/officeart/2005/8/layout/hList1"/>
    <dgm:cxn modelId="{5ADE28CD-722B-44FD-8F4B-0AAAD7271AE5}" srcId="{726CF531-C850-4BC4-AA89-6984CF57DC76}" destId="{F30A1290-5D5F-4905-8A36-0211D7EEF903}" srcOrd="1" destOrd="0" parTransId="{2EB81B92-C783-48F8-87E9-D63E3461DD7A}" sibTransId="{EAF0961E-7526-4182-B120-FBA331E76939}"/>
    <dgm:cxn modelId="{AE9036D5-5133-4523-BF62-A2FA002C9F16}" srcId="{356D004F-A3CA-4BDD-98ED-4D9DE9C4E769}" destId="{EEDF9B81-55B8-4B62-915A-0E19AB2F6698}" srcOrd="0" destOrd="0" parTransId="{19960424-466B-40FC-BFE4-2806055E6520}" sibTransId="{0D5F0F40-4BE5-45EE-B38A-7D9D34023BFA}"/>
    <dgm:cxn modelId="{854B7FEA-90EF-47FB-BA4C-C67D49EF5B78}" type="presOf" srcId="{59219A60-0B7E-4672-83E3-8624357915D8}" destId="{28F4C583-B99D-4166-BFBC-D68085F66483}" srcOrd="0" destOrd="2" presId="urn:microsoft.com/office/officeart/2005/8/layout/hList1"/>
    <dgm:cxn modelId="{DE89FEFB-0CD5-440F-BD56-3277F708739A}" type="presOf" srcId="{EEDF9B81-55B8-4B62-915A-0E19AB2F6698}" destId="{67890CEF-FAA2-4393-A5EA-8FF46EBF9B3A}" srcOrd="0" destOrd="0" presId="urn:microsoft.com/office/officeart/2005/8/layout/hList1"/>
    <dgm:cxn modelId="{9671AAFF-6F22-4C56-A9EC-CAA0C16357CF}" type="presOf" srcId="{7B1454CB-8E30-46D8-A490-F647D770A362}" destId="{5AB863F8-DED0-4A61-82BF-E4F222977382}" srcOrd="0" destOrd="4" presId="urn:microsoft.com/office/officeart/2005/8/layout/hList1"/>
    <dgm:cxn modelId="{A7A4734E-690F-45F3-BC8D-F07F0EDEDB94}" type="presParOf" srcId="{52CA4C8A-550B-4F02-8116-F9B57D61D46B}" destId="{058B37FE-24FF-474A-8E34-230C6157B812}" srcOrd="0" destOrd="0" presId="urn:microsoft.com/office/officeart/2005/8/layout/hList1"/>
    <dgm:cxn modelId="{76AA4441-E723-4AFF-B667-1135AD97BEAA}" type="presParOf" srcId="{058B37FE-24FF-474A-8E34-230C6157B812}" destId="{67890CEF-FAA2-4393-A5EA-8FF46EBF9B3A}" srcOrd="0" destOrd="0" presId="urn:microsoft.com/office/officeart/2005/8/layout/hList1"/>
    <dgm:cxn modelId="{03B1A6B2-013A-4EE0-B7AE-A541B8A44F19}" type="presParOf" srcId="{058B37FE-24FF-474A-8E34-230C6157B812}" destId="{28F4C583-B99D-4166-BFBC-D68085F66483}" srcOrd="1" destOrd="0" presId="urn:microsoft.com/office/officeart/2005/8/layout/hList1"/>
    <dgm:cxn modelId="{FC3BDCC0-CC90-4951-B6BB-52BDB13908B1}" type="presParOf" srcId="{52CA4C8A-550B-4F02-8116-F9B57D61D46B}" destId="{8AB2C044-F0C8-4F3D-A8A3-52FC641CEEC7}" srcOrd="1" destOrd="0" presId="urn:microsoft.com/office/officeart/2005/8/layout/hList1"/>
    <dgm:cxn modelId="{5C8AD58A-8C5B-42FF-8159-4FA6CBADB229}" type="presParOf" srcId="{52CA4C8A-550B-4F02-8116-F9B57D61D46B}" destId="{121C02E7-BBA8-435E-87CD-443E47951A2A}" srcOrd="2" destOrd="0" presId="urn:microsoft.com/office/officeart/2005/8/layout/hList1"/>
    <dgm:cxn modelId="{09047FAF-6BFA-4D60-8CB8-BAE2A4695760}" type="presParOf" srcId="{121C02E7-BBA8-435E-87CD-443E47951A2A}" destId="{9B0FB4A8-2813-4B30-837A-AE72A70010BA}" srcOrd="0" destOrd="0" presId="urn:microsoft.com/office/officeart/2005/8/layout/hList1"/>
    <dgm:cxn modelId="{D8141BE9-015C-4D81-978C-605E2579D166}" type="presParOf" srcId="{121C02E7-BBA8-435E-87CD-443E47951A2A}" destId="{5AB863F8-DED0-4A61-82BF-E4F222977382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D81F933B-2123-47A0-A4DA-E3D0D00AED50}" type="doc">
      <dgm:prSet loTypeId="urn:microsoft.com/office/officeart/2005/8/layout/cycle6" loCatId="cycle" qsTypeId="urn:microsoft.com/office/officeart/2005/8/quickstyle/simple1" qsCatId="simple" csTypeId="urn:microsoft.com/office/officeart/2005/8/colors/colorful3" csCatId="colorful" phldr="1"/>
      <dgm:spPr/>
      <dgm:t>
        <a:bodyPr/>
        <a:lstStyle/>
        <a:p>
          <a:endParaRPr lang="en-US"/>
        </a:p>
      </dgm:t>
    </dgm:pt>
    <dgm:pt modelId="{050C48E8-0D18-4A98-BA9F-5F976FC33D71}">
      <dgm:prSet custT="1"/>
      <dgm:spPr/>
      <dgm:t>
        <a:bodyPr/>
        <a:lstStyle/>
        <a:p>
          <a:r>
            <a:rPr lang="en-US" sz="1000" b="0" dirty="0">
              <a:latin typeface="Times New Roman" panose="02020603050405020304" pitchFamily="18" charset="0"/>
              <a:cs typeface="Times New Roman" panose="02020603050405020304" pitchFamily="18" charset="0"/>
            </a:rPr>
            <a:t>Banking</a:t>
          </a:r>
        </a:p>
      </dgm:t>
    </dgm:pt>
    <dgm:pt modelId="{DCABBA87-E98F-4B52-AB9D-487FEE2F65D7}" type="parTrans" cxnId="{D97E2CBB-C255-4A0F-B0CF-A82C8695BAFB}">
      <dgm:prSet/>
      <dgm:spPr/>
      <dgm:t>
        <a:bodyPr/>
        <a:lstStyle/>
        <a:p>
          <a:endParaRPr lang="en-US"/>
        </a:p>
      </dgm:t>
    </dgm:pt>
    <dgm:pt modelId="{7A1DB437-4F84-4FA9-9A58-B6F2770854BE}" type="sibTrans" cxnId="{D97E2CBB-C255-4A0F-B0CF-A82C8695BAFB}">
      <dgm:prSet/>
      <dgm:spPr/>
      <dgm:t>
        <a:bodyPr/>
        <a:lstStyle/>
        <a:p>
          <a:endParaRPr lang="en-US" sz="1000" b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DD39F1C4-AFC8-4CA7-A76D-361D88CD4557}">
      <dgm:prSet custT="1"/>
      <dgm:spPr/>
      <dgm:t>
        <a:bodyPr/>
        <a:lstStyle/>
        <a:p>
          <a:r>
            <a:rPr lang="en-US" sz="1000" b="0" dirty="0">
              <a:latin typeface="Times New Roman" panose="02020603050405020304" pitchFamily="18" charset="0"/>
              <a:cs typeface="Times New Roman" panose="02020603050405020304" pitchFamily="18" charset="0"/>
            </a:rPr>
            <a:t>Supply Chain Management</a:t>
          </a:r>
        </a:p>
      </dgm:t>
    </dgm:pt>
    <dgm:pt modelId="{65F93D37-8105-4004-9DAA-53C625B10509}" type="parTrans" cxnId="{7813E679-D6C2-45B6-A778-0E762AE05C6F}">
      <dgm:prSet/>
      <dgm:spPr/>
      <dgm:t>
        <a:bodyPr/>
        <a:lstStyle/>
        <a:p>
          <a:endParaRPr lang="en-US"/>
        </a:p>
      </dgm:t>
    </dgm:pt>
    <dgm:pt modelId="{12BC9A80-C697-4BA3-9B9B-17181FC41D01}" type="sibTrans" cxnId="{7813E679-D6C2-45B6-A778-0E762AE05C6F}">
      <dgm:prSet/>
      <dgm:spPr/>
      <dgm:t>
        <a:bodyPr/>
        <a:lstStyle/>
        <a:p>
          <a:endParaRPr lang="en-US" sz="1000" b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D3A91422-F54D-4E9D-B7B3-BA68B28AAB6E}">
      <dgm:prSet custT="1"/>
      <dgm:spPr/>
      <dgm:t>
        <a:bodyPr/>
        <a:lstStyle/>
        <a:p>
          <a:r>
            <a:rPr lang="en-US" sz="1000" b="0" dirty="0">
              <a:latin typeface="Times New Roman" panose="02020603050405020304" pitchFamily="18" charset="0"/>
              <a:cs typeface="Times New Roman" panose="02020603050405020304" pitchFamily="18" charset="0"/>
            </a:rPr>
            <a:t>Stock exchange</a:t>
          </a:r>
        </a:p>
      </dgm:t>
    </dgm:pt>
    <dgm:pt modelId="{5E9BAFAB-908B-4913-AD88-CF53E18E5453}" type="parTrans" cxnId="{411DCEAF-B5A5-4BF8-9C41-81D44D4E1B32}">
      <dgm:prSet/>
      <dgm:spPr/>
      <dgm:t>
        <a:bodyPr/>
        <a:lstStyle/>
        <a:p>
          <a:endParaRPr lang="en-US"/>
        </a:p>
      </dgm:t>
    </dgm:pt>
    <dgm:pt modelId="{342ED3C4-73FA-4041-9865-CDE2B77EBE09}" type="sibTrans" cxnId="{411DCEAF-B5A5-4BF8-9C41-81D44D4E1B32}">
      <dgm:prSet/>
      <dgm:spPr/>
      <dgm:t>
        <a:bodyPr/>
        <a:lstStyle/>
        <a:p>
          <a:endParaRPr lang="en-US" sz="1000" b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C017C85D-A4E0-4FB9-A54B-4A1042014E2E}">
      <dgm:prSet custT="1"/>
      <dgm:spPr/>
      <dgm:t>
        <a:bodyPr/>
        <a:lstStyle/>
        <a:p>
          <a:r>
            <a:rPr lang="en-US" sz="1000" b="0" dirty="0">
              <a:latin typeface="Times New Roman" panose="02020603050405020304" pitchFamily="18" charset="0"/>
              <a:cs typeface="Times New Roman" panose="02020603050405020304" pitchFamily="18" charset="0"/>
            </a:rPr>
            <a:t>Keep sensitive records </a:t>
          </a:r>
        </a:p>
      </dgm:t>
    </dgm:pt>
    <dgm:pt modelId="{56C1ECD3-DD6D-4F47-A3B4-3AAE64749480}" type="parTrans" cxnId="{DB7B00A5-48CC-4CDE-B990-28D79FFA6601}">
      <dgm:prSet/>
      <dgm:spPr/>
      <dgm:t>
        <a:bodyPr/>
        <a:lstStyle/>
        <a:p>
          <a:endParaRPr lang="en-US"/>
        </a:p>
      </dgm:t>
    </dgm:pt>
    <dgm:pt modelId="{DC7FE8D7-41A0-4A1F-B0E1-BE801CF1E3BE}" type="sibTrans" cxnId="{DB7B00A5-48CC-4CDE-B990-28D79FFA6601}">
      <dgm:prSet/>
      <dgm:spPr/>
      <dgm:t>
        <a:bodyPr/>
        <a:lstStyle/>
        <a:p>
          <a:endParaRPr lang="en-US" sz="1000" b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071B1EB5-172D-4E58-A3CE-4DB8157DB25F}">
      <dgm:prSet custT="1"/>
      <dgm:spPr/>
      <dgm:t>
        <a:bodyPr/>
        <a:lstStyle/>
        <a:p>
          <a:r>
            <a:rPr lang="en-US" sz="1000" b="0" dirty="0">
              <a:latin typeface="Times New Roman" panose="02020603050405020304" pitchFamily="18" charset="0"/>
              <a:cs typeface="Times New Roman" panose="02020603050405020304" pitchFamily="18" charset="0"/>
            </a:rPr>
            <a:t>Gaming</a:t>
          </a:r>
        </a:p>
      </dgm:t>
    </dgm:pt>
    <dgm:pt modelId="{6EE346BF-908E-4AC1-9851-15BB2A7A79EE}" type="parTrans" cxnId="{6D7E97B6-1EF3-4D6F-AB04-55AAFA4E8219}">
      <dgm:prSet/>
      <dgm:spPr/>
      <dgm:t>
        <a:bodyPr/>
        <a:lstStyle/>
        <a:p>
          <a:endParaRPr lang="en-US"/>
        </a:p>
      </dgm:t>
    </dgm:pt>
    <dgm:pt modelId="{395E8E83-6925-4873-8937-52D8E0E1795D}" type="sibTrans" cxnId="{6D7E97B6-1EF3-4D6F-AB04-55AAFA4E8219}">
      <dgm:prSet/>
      <dgm:spPr/>
      <dgm:t>
        <a:bodyPr/>
        <a:lstStyle/>
        <a:p>
          <a:endParaRPr lang="en-US" sz="1000" b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A0C7C63A-6D90-4CE7-8C5E-9A2DBDA5B210}">
      <dgm:prSet custT="1"/>
      <dgm:spPr/>
      <dgm:t>
        <a:bodyPr/>
        <a:lstStyle/>
        <a:p>
          <a:r>
            <a:rPr lang="en-US" sz="1000" b="0" dirty="0">
              <a:latin typeface="Times New Roman" panose="02020603050405020304" pitchFamily="18" charset="0"/>
              <a:cs typeface="Times New Roman" panose="02020603050405020304" pitchFamily="18" charset="0"/>
            </a:rPr>
            <a:t>Identity protection</a:t>
          </a:r>
        </a:p>
      </dgm:t>
    </dgm:pt>
    <dgm:pt modelId="{0AC1896B-C066-438E-AFFA-92EE3BE45E72}" type="parTrans" cxnId="{4285F461-2D0D-4B63-BE8E-C5A287A632D7}">
      <dgm:prSet/>
      <dgm:spPr/>
      <dgm:t>
        <a:bodyPr/>
        <a:lstStyle/>
        <a:p>
          <a:endParaRPr lang="en-US"/>
        </a:p>
      </dgm:t>
    </dgm:pt>
    <dgm:pt modelId="{F4AA442A-0F8C-497F-8809-B44F185F2C87}" type="sibTrans" cxnId="{4285F461-2D0D-4B63-BE8E-C5A287A632D7}">
      <dgm:prSet/>
      <dgm:spPr/>
      <dgm:t>
        <a:bodyPr/>
        <a:lstStyle/>
        <a:p>
          <a:endParaRPr lang="en-US" sz="1000" b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69729B06-9547-4C83-94F4-B337DF1B4E93}">
      <dgm:prSet custT="1"/>
      <dgm:spPr/>
      <dgm:t>
        <a:bodyPr/>
        <a:lstStyle/>
        <a:p>
          <a:r>
            <a:rPr lang="en-US" sz="1000" b="0" dirty="0">
              <a:latin typeface="Times New Roman" panose="02020603050405020304" pitchFamily="18" charset="0"/>
              <a:cs typeface="Times New Roman" panose="02020603050405020304" pitchFamily="18" charset="0"/>
            </a:rPr>
            <a:t>Election protection</a:t>
          </a:r>
        </a:p>
      </dgm:t>
    </dgm:pt>
    <dgm:pt modelId="{08832461-1B8D-4687-A713-3F4517E6BF2B}" type="parTrans" cxnId="{7079F215-16F2-4538-A2E2-E242F78A81DF}">
      <dgm:prSet/>
      <dgm:spPr/>
      <dgm:t>
        <a:bodyPr/>
        <a:lstStyle/>
        <a:p>
          <a:endParaRPr lang="en-US"/>
        </a:p>
      </dgm:t>
    </dgm:pt>
    <dgm:pt modelId="{3727589D-DCC7-4B1A-8B54-2FDC6969E550}" type="sibTrans" cxnId="{7079F215-16F2-4538-A2E2-E242F78A81DF}">
      <dgm:prSet/>
      <dgm:spPr/>
      <dgm:t>
        <a:bodyPr/>
        <a:lstStyle/>
        <a:p>
          <a:endParaRPr lang="en-US" sz="1000" b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D41B6FD5-D762-415B-ABC2-55E89031C2A4}">
      <dgm:prSet custT="1"/>
      <dgm:spPr/>
      <dgm:t>
        <a:bodyPr/>
        <a:lstStyle/>
        <a:p>
          <a:r>
            <a:rPr lang="en-US" sz="1000" b="0" dirty="0">
              <a:latin typeface="Times New Roman" panose="02020603050405020304" pitchFamily="18" charset="0"/>
              <a:cs typeface="Times New Roman" panose="02020603050405020304" pitchFamily="18" charset="0"/>
            </a:rPr>
            <a:t>Copyright protection</a:t>
          </a:r>
        </a:p>
      </dgm:t>
    </dgm:pt>
    <dgm:pt modelId="{76962C4D-BE14-4177-B860-226121ABD47A}" type="parTrans" cxnId="{FE42DB9A-A17B-48CB-B77F-0639EB4897E3}">
      <dgm:prSet/>
      <dgm:spPr/>
      <dgm:t>
        <a:bodyPr/>
        <a:lstStyle/>
        <a:p>
          <a:endParaRPr lang="en-US"/>
        </a:p>
      </dgm:t>
    </dgm:pt>
    <dgm:pt modelId="{85AC99D7-6F96-4B0E-A941-A8BC31872ECF}" type="sibTrans" cxnId="{FE42DB9A-A17B-48CB-B77F-0639EB4897E3}">
      <dgm:prSet/>
      <dgm:spPr/>
      <dgm:t>
        <a:bodyPr/>
        <a:lstStyle/>
        <a:p>
          <a:endParaRPr lang="en-US" sz="1000" b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4FE44919-48B8-4FFB-AF66-CCDF05F7AA14}">
      <dgm:prSet custT="1"/>
      <dgm:spPr/>
      <dgm:t>
        <a:bodyPr/>
        <a:lstStyle/>
        <a:p>
          <a:r>
            <a:rPr lang="en-US" sz="1000" b="0" dirty="0">
              <a:latin typeface="Times New Roman" panose="02020603050405020304" pitchFamily="18" charset="0"/>
              <a:cs typeface="Times New Roman" panose="02020603050405020304" pitchFamily="18" charset="0"/>
            </a:rPr>
            <a:t>Data set protection</a:t>
          </a:r>
        </a:p>
      </dgm:t>
    </dgm:pt>
    <dgm:pt modelId="{811A2A54-0C4B-4AE0-A1CD-2BD58699DFA9}" type="parTrans" cxnId="{7464E67E-86D5-466A-A735-38C87FEC34E5}">
      <dgm:prSet/>
      <dgm:spPr/>
      <dgm:t>
        <a:bodyPr/>
        <a:lstStyle/>
        <a:p>
          <a:endParaRPr lang="en-US"/>
        </a:p>
      </dgm:t>
    </dgm:pt>
    <dgm:pt modelId="{6A3D1A33-CB86-4DFA-A421-3CD80255AA74}" type="sibTrans" cxnId="{7464E67E-86D5-466A-A735-38C87FEC34E5}">
      <dgm:prSet/>
      <dgm:spPr/>
      <dgm:t>
        <a:bodyPr/>
        <a:lstStyle/>
        <a:p>
          <a:endParaRPr lang="en-US" sz="1000" b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8876F088-DB13-4A25-9A54-EB054DC15FD2}">
      <dgm:prSet custT="1"/>
      <dgm:spPr/>
      <dgm:t>
        <a:bodyPr/>
        <a:lstStyle/>
        <a:p>
          <a:r>
            <a:rPr lang="en-US" sz="1000" b="0" baseline="0" dirty="0">
              <a:latin typeface="Times New Roman" panose="02020603050405020304" pitchFamily="18" charset="0"/>
              <a:cs typeface="Times New Roman" panose="02020603050405020304" pitchFamily="18" charset="0"/>
            </a:rPr>
            <a:t>Budget provision (ICO)</a:t>
          </a:r>
        </a:p>
      </dgm:t>
    </dgm:pt>
    <dgm:pt modelId="{2CC81F8C-E401-4D90-823D-B68BE6B10C93}" type="parTrans" cxnId="{D9E92143-EAF9-4793-B27D-7091E066D18B}">
      <dgm:prSet/>
      <dgm:spPr/>
      <dgm:t>
        <a:bodyPr/>
        <a:lstStyle/>
        <a:p>
          <a:endParaRPr lang="en-US"/>
        </a:p>
      </dgm:t>
    </dgm:pt>
    <dgm:pt modelId="{D5809D5C-AD74-49C9-80A8-6A5696856DBA}" type="sibTrans" cxnId="{D9E92143-EAF9-4793-B27D-7091E066D18B}">
      <dgm:prSet/>
      <dgm:spPr/>
      <dgm:t>
        <a:bodyPr/>
        <a:lstStyle/>
        <a:p>
          <a:endParaRPr lang="en-US" sz="1000" b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ADF57A8B-AC32-4669-A40C-7A9667CDF41C}" type="pres">
      <dgm:prSet presAssocID="{D81F933B-2123-47A0-A4DA-E3D0D00AED50}" presName="cycle" presStyleCnt="0">
        <dgm:presLayoutVars>
          <dgm:dir/>
          <dgm:resizeHandles val="exact"/>
        </dgm:presLayoutVars>
      </dgm:prSet>
      <dgm:spPr/>
    </dgm:pt>
    <dgm:pt modelId="{EDBD717D-5284-4A4E-ABE6-26258DA18F0A}" type="pres">
      <dgm:prSet presAssocID="{050C48E8-0D18-4A98-BA9F-5F976FC33D71}" presName="node" presStyleLbl="node1" presStyleIdx="0" presStyleCnt="10" custScaleX="148648" custScaleY="127050">
        <dgm:presLayoutVars>
          <dgm:bulletEnabled val="1"/>
        </dgm:presLayoutVars>
      </dgm:prSet>
      <dgm:spPr/>
    </dgm:pt>
    <dgm:pt modelId="{58C02828-B09D-4795-B0C5-C5CC7D63B44B}" type="pres">
      <dgm:prSet presAssocID="{050C48E8-0D18-4A98-BA9F-5F976FC33D71}" presName="spNode" presStyleCnt="0"/>
      <dgm:spPr/>
    </dgm:pt>
    <dgm:pt modelId="{F5C50680-2C48-476D-A516-A34392A17F3A}" type="pres">
      <dgm:prSet presAssocID="{7A1DB437-4F84-4FA9-9A58-B6F2770854BE}" presName="sibTrans" presStyleLbl="sibTrans1D1" presStyleIdx="0" presStyleCnt="10" custScaleX="1501860"/>
      <dgm:spPr/>
    </dgm:pt>
    <dgm:pt modelId="{190D4983-CD1A-405A-9C6E-3AA1BA1D3861}" type="pres">
      <dgm:prSet presAssocID="{DD39F1C4-AFC8-4CA7-A76D-361D88CD4557}" presName="node" presStyleLbl="node1" presStyleIdx="1" presStyleCnt="10" custScaleX="148648" custScaleY="127050">
        <dgm:presLayoutVars>
          <dgm:bulletEnabled val="1"/>
        </dgm:presLayoutVars>
      </dgm:prSet>
      <dgm:spPr/>
    </dgm:pt>
    <dgm:pt modelId="{FAA12654-8C44-460D-92CC-ACBCC9501D7C}" type="pres">
      <dgm:prSet presAssocID="{DD39F1C4-AFC8-4CA7-A76D-361D88CD4557}" presName="spNode" presStyleCnt="0"/>
      <dgm:spPr/>
    </dgm:pt>
    <dgm:pt modelId="{3EA0B8E0-8804-4F7A-A39D-DBB303228381}" type="pres">
      <dgm:prSet presAssocID="{12BC9A80-C697-4BA3-9B9B-17181FC41D01}" presName="sibTrans" presStyleLbl="sibTrans1D1" presStyleIdx="1" presStyleCnt="10" custScaleX="1501860"/>
      <dgm:spPr/>
    </dgm:pt>
    <dgm:pt modelId="{E727A3DC-053E-465E-B8E4-3B2B3BAB9E5C}" type="pres">
      <dgm:prSet presAssocID="{D3A91422-F54D-4E9D-B7B3-BA68B28AAB6E}" presName="node" presStyleLbl="node1" presStyleIdx="2" presStyleCnt="10" custScaleX="148648" custScaleY="127050">
        <dgm:presLayoutVars>
          <dgm:bulletEnabled val="1"/>
        </dgm:presLayoutVars>
      </dgm:prSet>
      <dgm:spPr/>
    </dgm:pt>
    <dgm:pt modelId="{415F3E0A-6C65-4350-AD9D-AC8C277123D5}" type="pres">
      <dgm:prSet presAssocID="{D3A91422-F54D-4E9D-B7B3-BA68B28AAB6E}" presName="spNode" presStyleCnt="0"/>
      <dgm:spPr/>
    </dgm:pt>
    <dgm:pt modelId="{FBE5142B-8273-47B3-B01D-A76CB5AB6F9C}" type="pres">
      <dgm:prSet presAssocID="{342ED3C4-73FA-4041-9865-CDE2B77EBE09}" presName="sibTrans" presStyleLbl="sibTrans1D1" presStyleIdx="2" presStyleCnt="10" custScaleX="1501860"/>
      <dgm:spPr/>
    </dgm:pt>
    <dgm:pt modelId="{5641E510-3FD8-4CB6-91B5-9D7C8903666C}" type="pres">
      <dgm:prSet presAssocID="{C017C85D-A4E0-4FB9-A54B-4A1042014E2E}" presName="node" presStyleLbl="node1" presStyleIdx="3" presStyleCnt="10" custScaleX="148648" custScaleY="127050">
        <dgm:presLayoutVars>
          <dgm:bulletEnabled val="1"/>
        </dgm:presLayoutVars>
      </dgm:prSet>
      <dgm:spPr/>
    </dgm:pt>
    <dgm:pt modelId="{EC92DB41-8846-4F23-AF26-F66B989EB741}" type="pres">
      <dgm:prSet presAssocID="{C017C85D-A4E0-4FB9-A54B-4A1042014E2E}" presName="spNode" presStyleCnt="0"/>
      <dgm:spPr/>
    </dgm:pt>
    <dgm:pt modelId="{EF3A0694-F7A5-487C-9349-A1B40DC3462C}" type="pres">
      <dgm:prSet presAssocID="{DC7FE8D7-41A0-4A1F-B0E1-BE801CF1E3BE}" presName="sibTrans" presStyleLbl="sibTrans1D1" presStyleIdx="3" presStyleCnt="10" custScaleX="1501860"/>
      <dgm:spPr/>
    </dgm:pt>
    <dgm:pt modelId="{DC0953EE-E5D9-43CE-B958-8EEA8CD19EC5}" type="pres">
      <dgm:prSet presAssocID="{071B1EB5-172D-4E58-A3CE-4DB8157DB25F}" presName="node" presStyleLbl="node1" presStyleIdx="4" presStyleCnt="10" custScaleX="148648" custScaleY="127050">
        <dgm:presLayoutVars>
          <dgm:bulletEnabled val="1"/>
        </dgm:presLayoutVars>
      </dgm:prSet>
      <dgm:spPr/>
    </dgm:pt>
    <dgm:pt modelId="{E4A2537B-79D0-429D-8A12-56EC6BFB527E}" type="pres">
      <dgm:prSet presAssocID="{071B1EB5-172D-4E58-A3CE-4DB8157DB25F}" presName="spNode" presStyleCnt="0"/>
      <dgm:spPr/>
    </dgm:pt>
    <dgm:pt modelId="{52861312-2CD4-4282-93DC-EB80326E7D98}" type="pres">
      <dgm:prSet presAssocID="{395E8E83-6925-4873-8937-52D8E0E1795D}" presName="sibTrans" presStyleLbl="sibTrans1D1" presStyleIdx="4" presStyleCnt="10" custScaleX="1501860"/>
      <dgm:spPr/>
    </dgm:pt>
    <dgm:pt modelId="{97D646AD-1D5C-47E3-8127-D30A2E12AD09}" type="pres">
      <dgm:prSet presAssocID="{A0C7C63A-6D90-4CE7-8C5E-9A2DBDA5B210}" presName="node" presStyleLbl="node1" presStyleIdx="5" presStyleCnt="10" custScaleX="148648" custScaleY="127050">
        <dgm:presLayoutVars>
          <dgm:bulletEnabled val="1"/>
        </dgm:presLayoutVars>
      </dgm:prSet>
      <dgm:spPr/>
    </dgm:pt>
    <dgm:pt modelId="{86838F40-8780-4E8B-94BB-029CDB561B87}" type="pres">
      <dgm:prSet presAssocID="{A0C7C63A-6D90-4CE7-8C5E-9A2DBDA5B210}" presName="spNode" presStyleCnt="0"/>
      <dgm:spPr/>
    </dgm:pt>
    <dgm:pt modelId="{8AF2B8C2-B72F-4A6A-B2FE-BE822E91E326}" type="pres">
      <dgm:prSet presAssocID="{F4AA442A-0F8C-497F-8809-B44F185F2C87}" presName="sibTrans" presStyleLbl="sibTrans1D1" presStyleIdx="5" presStyleCnt="10" custScaleX="1501860"/>
      <dgm:spPr/>
    </dgm:pt>
    <dgm:pt modelId="{B3BF2DF0-B325-4011-89F6-42EC54E63EEB}" type="pres">
      <dgm:prSet presAssocID="{69729B06-9547-4C83-94F4-B337DF1B4E93}" presName="node" presStyleLbl="node1" presStyleIdx="6" presStyleCnt="10" custScaleX="148648" custScaleY="127050">
        <dgm:presLayoutVars>
          <dgm:bulletEnabled val="1"/>
        </dgm:presLayoutVars>
      </dgm:prSet>
      <dgm:spPr/>
    </dgm:pt>
    <dgm:pt modelId="{8A1996DF-9709-46E1-8B26-BB7116CF5B40}" type="pres">
      <dgm:prSet presAssocID="{69729B06-9547-4C83-94F4-B337DF1B4E93}" presName="spNode" presStyleCnt="0"/>
      <dgm:spPr/>
    </dgm:pt>
    <dgm:pt modelId="{CF23E703-E22B-49EE-A222-E7BEDA35D541}" type="pres">
      <dgm:prSet presAssocID="{3727589D-DCC7-4B1A-8B54-2FDC6969E550}" presName="sibTrans" presStyleLbl="sibTrans1D1" presStyleIdx="6" presStyleCnt="10" custScaleX="1501860"/>
      <dgm:spPr/>
    </dgm:pt>
    <dgm:pt modelId="{50BAD080-F835-4578-9D50-DB7EC9906E79}" type="pres">
      <dgm:prSet presAssocID="{D41B6FD5-D762-415B-ABC2-55E89031C2A4}" presName="node" presStyleLbl="node1" presStyleIdx="7" presStyleCnt="10" custScaleX="148648" custScaleY="127050">
        <dgm:presLayoutVars>
          <dgm:bulletEnabled val="1"/>
        </dgm:presLayoutVars>
      </dgm:prSet>
      <dgm:spPr/>
    </dgm:pt>
    <dgm:pt modelId="{732E61CC-6D4A-4347-8DD2-14BFD3C36067}" type="pres">
      <dgm:prSet presAssocID="{D41B6FD5-D762-415B-ABC2-55E89031C2A4}" presName="spNode" presStyleCnt="0"/>
      <dgm:spPr/>
    </dgm:pt>
    <dgm:pt modelId="{0D911844-F4B9-4883-A7A7-2445E6F57AE0}" type="pres">
      <dgm:prSet presAssocID="{85AC99D7-6F96-4B0E-A941-A8BC31872ECF}" presName="sibTrans" presStyleLbl="sibTrans1D1" presStyleIdx="7" presStyleCnt="10" custScaleX="1501860"/>
      <dgm:spPr/>
    </dgm:pt>
    <dgm:pt modelId="{BB84CCBD-831A-47BA-AC68-C908ADE003B9}" type="pres">
      <dgm:prSet presAssocID="{4FE44919-48B8-4FFB-AF66-CCDF05F7AA14}" presName="node" presStyleLbl="node1" presStyleIdx="8" presStyleCnt="10" custScaleX="148648" custScaleY="127050">
        <dgm:presLayoutVars>
          <dgm:bulletEnabled val="1"/>
        </dgm:presLayoutVars>
      </dgm:prSet>
      <dgm:spPr/>
    </dgm:pt>
    <dgm:pt modelId="{36A5E6AB-0428-406A-B00F-0AC362DDAE2B}" type="pres">
      <dgm:prSet presAssocID="{4FE44919-48B8-4FFB-AF66-CCDF05F7AA14}" presName="spNode" presStyleCnt="0"/>
      <dgm:spPr/>
    </dgm:pt>
    <dgm:pt modelId="{98E227A7-6443-4ACA-85B4-34FB69447995}" type="pres">
      <dgm:prSet presAssocID="{6A3D1A33-CB86-4DFA-A421-3CD80255AA74}" presName="sibTrans" presStyleLbl="sibTrans1D1" presStyleIdx="8" presStyleCnt="10" custScaleX="1501860"/>
      <dgm:spPr/>
    </dgm:pt>
    <dgm:pt modelId="{35AF98EF-405B-4D5A-94EC-524EB3862D8C}" type="pres">
      <dgm:prSet presAssocID="{8876F088-DB13-4A25-9A54-EB054DC15FD2}" presName="node" presStyleLbl="node1" presStyleIdx="9" presStyleCnt="10" custScaleX="148648" custScaleY="127050">
        <dgm:presLayoutVars>
          <dgm:bulletEnabled val="1"/>
        </dgm:presLayoutVars>
      </dgm:prSet>
      <dgm:spPr/>
    </dgm:pt>
    <dgm:pt modelId="{906A10F8-40C7-4999-8F52-80FA3ECECE2F}" type="pres">
      <dgm:prSet presAssocID="{8876F088-DB13-4A25-9A54-EB054DC15FD2}" presName="spNode" presStyleCnt="0"/>
      <dgm:spPr/>
    </dgm:pt>
    <dgm:pt modelId="{AD46351C-179F-4B9B-B812-1A33174A8D64}" type="pres">
      <dgm:prSet presAssocID="{D5809D5C-AD74-49C9-80A8-6A5696856DBA}" presName="sibTrans" presStyleLbl="sibTrans1D1" presStyleIdx="9" presStyleCnt="10" custScaleX="1501860"/>
      <dgm:spPr/>
    </dgm:pt>
  </dgm:ptLst>
  <dgm:cxnLst>
    <dgm:cxn modelId="{7079F215-16F2-4538-A2E2-E242F78A81DF}" srcId="{D81F933B-2123-47A0-A4DA-E3D0D00AED50}" destId="{69729B06-9547-4C83-94F4-B337DF1B4E93}" srcOrd="6" destOrd="0" parTransId="{08832461-1B8D-4687-A713-3F4517E6BF2B}" sibTransId="{3727589D-DCC7-4B1A-8B54-2FDC6969E550}"/>
    <dgm:cxn modelId="{1AD21C28-604E-499A-A246-137A99325E9A}" type="presOf" srcId="{D41B6FD5-D762-415B-ABC2-55E89031C2A4}" destId="{50BAD080-F835-4578-9D50-DB7EC9906E79}" srcOrd="0" destOrd="0" presId="urn:microsoft.com/office/officeart/2005/8/layout/cycle6"/>
    <dgm:cxn modelId="{D5E84D28-B60C-44AE-AB8C-0CFF86E6007E}" type="presOf" srcId="{D81F933B-2123-47A0-A4DA-E3D0D00AED50}" destId="{ADF57A8B-AC32-4669-A40C-7A9667CDF41C}" srcOrd="0" destOrd="0" presId="urn:microsoft.com/office/officeart/2005/8/layout/cycle6"/>
    <dgm:cxn modelId="{CFD4572F-2733-456E-80AD-171CDFAAD578}" type="presOf" srcId="{85AC99D7-6F96-4B0E-A941-A8BC31872ECF}" destId="{0D911844-F4B9-4883-A7A7-2445E6F57AE0}" srcOrd="0" destOrd="0" presId="urn:microsoft.com/office/officeart/2005/8/layout/cycle6"/>
    <dgm:cxn modelId="{ECD01830-99F1-4773-86FA-E616E6F45679}" type="presOf" srcId="{12BC9A80-C697-4BA3-9B9B-17181FC41D01}" destId="{3EA0B8E0-8804-4F7A-A39D-DBB303228381}" srcOrd="0" destOrd="0" presId="urn:microsoft.com/office/officeart/2005/8/layout/cycle6"/>
    <dgm:cxn modelId="{A275C75C-2924-47F1-9C82-8BE70176AB23}" type="presOf" srcId="{7A1DB437-4F84-4FA9-9A58-B6F2770854BE}" destId="{F5C50680-2C48-476D-A516-A34392A17F3A}" srcOrd="0" destOrd="0" presId="urn:microsoft.com/office/officeart/2005/8/layout/cycle6"/>
    <dgm:cxn modelId="{4285F461-2D0D-4B63-BE8E-C5A287A632D7}" srcId="{D81F933B-2123-47A0-A4DA-E3D0D00AED50}" destId="{A0C7C63A-6D90-4CE7-8C5E-9A2DBDA5B210}" srcOrd="5" destOrd="0" parTransId="{0AC1896B-C066-438E-AFFA-92EE3BE45E72}" sibTransId="{F4AA442A-0F8C-497F-8809-B44F185F2C87}"/>
    <dgm:cxn modelId="{D9E92143-EAF9-4793-B27D-7091E066D18B}" srcId="{D81F933B-2123-47A0-A4DA-E3D0D00AED50}" destId="{8876F088-DB13-4A25-9A54-EB054DC15FD2}" srcOrd="9" destOrd="0" parTransId="{2CC81F8C-E401-4D90-823D-B68BE6B10C93}" sibTransId="{D5809D5C-AD74-49C9-80A8-6A5696856DBA}"/>
    <dgm:cxn modelId="{354A5B67-4F4F-4CF1-9EC7-5D51FE51B634}" type="presOf" srcId="{3727589D-DCC7-4B1A-8B54-2FDC6969E550}" destId="{CF23E703-E22B-49EE-A222-E7BEDA35D541}" srcOrd="0" destOrd="0" presId="urn:microsoft.com/office/officeart/2005/8/layout/cycle6"/>
    <dgm:cxn modelId="{BE148A6C-9AC6-4A68-9DF1-A6200D95D9E5}" type="presOf" srcId="{342ED3C4-73FA-4041-9865-CDE2B77EBE09}" destId="{FBE5142B-8273-47B3-B01D-A76CB5AB6F9C}" srcOrd="0" destOrd="0" presId="urn:microsoft.com/office/officeart/2005/8/layout/cycle6"/>
    <dgm:cxn modelId="{74CC6351-B038-44E3-A510-0A4E05CDFE3C}" type="presOf" srcId="{4FE44919-48B8-4FFB-AF66-CCDF05F7AA14}" destId="{BB84CCBD-831A-47BA-AC68-C908ADE003B9}" srcOrd="0" destOrd="0" presId="urn:microsoft.com/office/officeart/2005/8/layout/cycle6"/>
    <dgm:cxn modelId="{0B367371-3202-41D6-A5B7-C7DDF61ED44F}" type="presOf" srcId="{8876F088-DB13-4A25-9A54-EB054DC15FD2}" destId="{35AF98EF-405B-4D5A-94EC-524EB3862D8C}" srcOrd="0" destOrd="0" presId="urn:microsoft.com/office/officeart/2005/8/layout/cycle6"/>
    <dgm:cxn modelId="{C6E65E53-C6E7-465D-BACA-59DE794E133C}" type="presOf" srcId="{F4AA442A-0F8C-497F-8809-B44F185F2C87}" destId="{8AF2B8C2-B72F-4A6A-B2FE-BE822E91E326}" srcOrd="0" destOrd="0" presId="urn:microsoft.com/office/officeart/2005/8/layout/cycle6"/>
    <dgm:cxn modelId="{FA85E978-1491-416D-917E-A66B0376EB7E}" type="presOf" srcId="{DC7FE8D7-41A0-4A1F-B0E1-BE801CF1E3BE}" destId="{EF3A0694-F7A5-487C-9349-A1B40DC3462C}" srcOrd="0" destOrd="0" presId="urn:microsoft.com/office/officeart/2005/8/layout/cycle6"/>
    <dgm:cxn modelId="{7813E679-D6C2-45B6-A778-0E762AE05C6F}" srcId="{D81F933B-2123-47A0-A4DA-E3D0D00AED50}" destId="{DD39F1C4-AFC8-4CA7-A76D-361D88CD4557}" srcOrd="1" destOrd="0" parTransId="{65F93D37-8105-4004-9DAA-53C625B10509}" sibTransId="{12BC9A80-C697-4BA3-9B9B-17181FC41D01}"/>
    <dgm:cxn modelId="{7464E67E-86D5-466A-A735-38C87FEC34E5}" srcId="{D81F933B-2123-47A0-A4DA-E3D0D00AED50}" destId="{4FE44919-48B8-4FFB-AF66-CCDF05F7AA14}" srcOrd="8" destOrd="0" parTransId="{811A2A54-0C4B-4AE0-A1CD-2BD58699DFA9}" sibTransId="{6A3D1A33-CB86-4DFA-A421-3CD80255AA74}"/>
    <dgm:cxn modelId="{FE42DB9A-A17B-48CB-B77F-0639EB4897E3}" srcId="{D81F933B-2123-47A0-A4DA-E3D0D00AED50}" destId="{D41B6FD5-D762-415B-ABC2-55E89031C2A4}" srcOrd="7" destOrd="0" parTransId="{76962C4D-BE14-4177-B860-226121ABD47A}" sibTransId="{85AC99D7-6F96-4B0E-A941-A8BC31872ECF}"/>
    <dgm:cxn modelId="{DB7B00A5-48CC-4CDE-B990-28D79FFA6601}" srcId="{D81F933B-2123-47A0-A4DA-E3D0D00AED50}" destId="{C017C85D-A4E0-4FB9-A54B-4A1042014E2E}" srcOrd="3" destOrd="0" parTransId="{56C1ECD3-DD6D-4F47-A3B4-3AAE64749480}" sibTransId="{DC7FE8D7-41A0-4A1F-B0E1-BE801CF1E3BE}"/>
    <dgm:cxn modelId="{FDF42AA8-946B-4065-843A-5B501E214D95}" type="presOf" srcId="{071B1EB5-172D-4E58-A3CE-4DB8157DB25F}" destId="{DC0953EE-E5D9-43CE-B958-8EEA8CD19EC5}" srcOrd="0" destOrd="0" presId="urn:microsoft.com/office/officeart/2005/8/layout/cycle6"/>
    <dgm:cxn modelId="{0A4044A9-E981-47E4-BF87-71D4A4C3C2D3}" type="presOf" srcId="{C017C85D-A4E0-4FB9-A54B-4A1042014E2E}" destId="{5641E510-3FD8-4CB6-91B5-9D7C8903666C}" srcOrd="0" destOrd="0" presId="urn:microsoft.com/office/officeart/2005/8/layout/cycle6"/>
    <dgm:cxn modelId="{1CC28EAB-F751-4A58-8D05-436596B6F2F0}" type="presOf" srcId="{D5809D5C-AD74-49C9-80A8-6A5696856DBA}" destId="{AD46351C-179F-4B9B-B812-1A33174A8D64}" srcOrd="0" destOrd="0" presId="urn:microsoft.com/office/officeart/2005/8/layout/cycle6"/>
    <dgm:cxn modelId="{411DCEAF-B5A5-4BF8-9C41-81D44D4E1B32}" srcId="{D81F933B-2123-47A0-A4DA-E3D0D00AED50}" destId="{D3A91422-F54D-4E9D-B7B3-BA68B28AAB6E}" srcOrd="2" destOrd="0" parTransId="{5E9BAFAB-908B-4913-AD88-CF53E18E5453}" sibTransId="{342ED3C4-73FA-4041-9865-CDE2B77EBE09}"/>
    <dgm:cxn modelId="{6D7E97B6-1EF3-4D6F-AB04-55AAFA4E8219}" srcId="{D81F933B-2123-47A0-A4DA-E3D0D00AED50}" destId="{071B1EB5-172D-4E58-A3CE-4DB8157DB25F}" srcOrd="4" destOrd="0" parTransId="{6EE346BF-908E-4AC1-9851-15BB2A7A79EE}" sibTransId="{395E8E83-6925-4873-8937-52D8E0E1795D}"/>
    <dgm:cxn modelId="{D97E2CBB-C255-4A0F-B0CF-A82C8695BAFB}" srcId="{D81F933B-2123-47A0-A4DA-E3D0D00AED50}" destId="{050C48E8-0D18-4A98-BA9F-5F976FC33D71}" srcOrd="0" destOrd="0" parTransId="{DCABBA87-E98F-4B52-AB9D-487FEE2F65D7}" sibTransId="{7A1DB437-4F84-4FA9-9A58-B6F2770854BE}"/>
    <dgm:cxn modelId="{B12D0DCA-6BC1-44D2-ACF2-1970BAF2E86B}" type="presOf" srcId="{A0C7C63A-6D90-4CE7-8C5E-9A2DBDA5B210}" destId="{97D646AD-1D5C-47E3-8127-D30A2E12AD09}" srcOrd="0" destOrd="0" presId="urn:microsoft.com/office/officeart/2005/8/layout/cycle6"/>
    <dgm:cxn modelId="{374091E0-9B0E-4A23-880E-3420E24CD5E8}" type="presOf" srcId="{6A3D1A33-CB86-4DFA-A421-3CD80255AA74}" destId="{98E227A7-6443-4ACA-85B4-34FB69447995}" srcOrd="0" destOrd="0" presId="urn:microsoft.com/office/officeart/2005/8/layout/cycle6"/>
    <dgm:cxn modelId="{928DFAE4-1E26-412A-98FE-4D4F73913009}" type="presOf" srcId="{D3A91422-F54D-4E9D-B7B3-BA68B28AAB6E}" destId="{E727A3DC-053E-465E-B8E4-3B2B3BAB9E5C}" srcOrd="0" destOrd="0" presId="urn:microsoft.com/office/officeart/2005/8/layout/cycle6"/>
    <dgm:cxn modelId="{1E1C51E9-D1D8-4D94-B1AD-0DFE08671452}" type="presOf" srcId="{050C48E8-0D18-4A98-BA9F-5F976FC33D71}" destId="{EDBD717D-5284-4A4E-ABE6-26258DA18F0A}" srcOrd="0" destOrd="0" presId="urn:microsoft.com/office/officeart/2005/8/layout/cycle6"/>
    <dgm:cxn modelId="{54D374EE-7DD9-4238-9224-6A62D0E3E70B}" type="presOf" srcId="{DD39F1C4-AFC8-4CA7-A76D-361D88CD4557}" destId="{190D4983-CD1A-405A-9C6E-3AA1BA1D3861}" srcOrd="0" destOrd="0" presId="urn:microsoft.com/office/officeart/2005/8/layout/cycle6"/>
    <dgm:cxn modelId="{F4406AF6-56EF-4E15-9D01-CD6976829D1B}" type="presOf" srcId="{69729B06-9547-4C83-94F4-B337DF1B4E93}" destId="{B3BF2DF0-B325-4011-89F6-42EC54E63EEB}" srcOrd="0" destOrd="0" presId="urn:microsoft.com/office/officeart/2005/8/layout/cycle6"/>
    <dgm:cxn modelId="{CDD676FF-E8B1-4D37-A46D-5A83CBFE9E82}" type="presOf" srcId="{395E8E83-6925-4873-8937-52D8E0E1795D}" destId="{52861312-2CD4-4282-93DC-EB80326E7D98}" srcOrd="0" destOrd="0" presId="urn:microsoft.com/office/officeart/2005/8/layout/cycle6"/>
    <dgm:cxn modelId="{FDF79772-2199-4CDF-BF4D-F02EA7FB536D}" type="presParOf" srcId="{ADF57A8B-AC32-4669-A40C-7A9667CDF41C}" destId="{EDBD717D-5284-4A4E-ABE6-26258DA18F0A}" srcOrd="0" destOrd="0" presId="urn:microsoft.com/office/officeart/2005/8/layout/cycle6"/>
    <dgm:cxn modelId="{BB91AF8C-ABE3-464D-ABF7-175B9DF41FE7}" type="presParOf" srcId="{ADF57A8B-AC32-4669-A40C-7A9667CDF41C}" destId="{58C02828-B09D-4795-B0C5-C5CC7D63B44B}" srcOrd="1" destOrd="0" presId="urn:microsoft.com/office/officeart/2005/8/layout/cycle6"/>
    <dgm:cxn modelId="{054F0813-A886-4396-AC53-4480C49F1E59}" type="presParOf" srcId="{ADF57A8B-AC32-4669-A40C-7A9667CDF41C}" destId="{F5C50680-2C48-476D-A516-A34392A17F3A}" srcOrd="2" destOrd="0" presId="urn:microsoft.com/office/officeart/2005/8/layout/cycle6"/>
    <dgm:cxn modelId="{99A97177-1F0F-488B-9DB2-685691B82B3E}" type="presParOf" srcId="{ADF57A8B-AC32-4669-A40C-7A9667CDF41C}" destId="{190D4983-CD1A-405A-9C6E-3AA1BA1D3861}" srcOrd="3" destOrd="0" presId="urn:microsoft.com/office/officeart/2005/8/layout/cycle6"/>
    <dgm:cxn modelId="{6843E0CC-F061-4B74-987E-43ABDF3D9F5F}" type="presParOf" srcId="{ADF57A8B-AC32-4669-A40C-7A9667CDF41C}" destId="{FAA12654-8C44-460D-92CC-ACBCC9501D7C}" srcOrd="4" destOrd="0" presId="urn:microsoft.com/office/officeart/2005/8/layout/cycle6"/>
    <dgm:cxn modelId="{F2639D97-8D7E-4C42-9C98-8F4AD506DCEA}" type="presParOf" srcId="{ADF57A8B-AC32-4669-A40C-7A9667CDF41C}" destId="{3EA0B8E0-8804-4F7A-A39D-DBB303228381}" srcOrd="5" destOrd="0" presId="urn:microsoft.com/office/officeart/2005/8/layout/cycle6"/>
    <dgm:cxn modelId="{25E69D73-4E61-4002-898E-A4C35B23DFA8}" type="presParOf" srcId="{ADF57A8B-AC32-4669-A40C-7A9667CDF41C}" destId="{E727A3DC-053E-465E-B8E4-3B2B3BAB9E5C}" srcOrd="6" destOrd="0" presId="urn:microsoft.com/office/officeart/2005/8/layout/cycle6"/>
    <dgm:cxn modelId="{CD6193EA-F4A8-444B-8D1C-CEA0D905CBE1}" type="presParOf" srcId="{ADF57A8B-AC32-4669-A40C-7A9667CDF41C}" destId="{415F3E0A-6C65-4350-AD9D-AC8C277123D5}" srcOrd="7" destOrd="0" presId="urn:microsoft.com/office/officeart/2005/8/layout/cycle6"/>
    <dgm:cxn modelId="{DB74BC83-B013-4455-920B-3E7372070644}" type="presParOf" srcId="{ADF57A8B-AC32-4669-A40C-7A9667CDF41C}" destId="{FBE5142B-8273-47B3-B01D-A76CB5AB6F9C}" srcOrd="8" destOrd="0" presId="urn:microsoft.com/office/officeart/2005/8/layout/cycle6"/>
    <dgm:cxn modelId="{B19D7D29-EC2E-4B0C-915B-FBEEC2488EE5}" type="presParOf" srcId="{ADF57A8B-AC32-4669-A40C-7A9667CDF41C}" destId="{5641E510-3FD8-4CB6-91B5-9D7C8903666C}" srcOrd="9" destOrd="0" presId="urn:microsoft.com/office/officeart/2005/8/layout/cycle6"/>
    <dgm:cxn modelId="{441A4F04-3166-4C56-B0EC-F654D817D07D}" type="presParOf" srcId="{ADF57A8B-AC32-4669-A40C-7A9667CDF41C}" destId="{EC92DB41-8846-4F23-AF26-F66B989EB741}" srcOrd="10" destOrd="0" presId="urn:microsoft.com/office/officeart/2005/8/layout/cycle6"/>
    <dgm:cxn modelId="{3AC60C9A-A5B2-495A-8B0A-01D7B2AC853A}" type="presParOf" srcId="{ADF57A8B-AC32-4669-A40C-7A9667CDF41C}" destId="{EF3A0694-F7A5-487C-9349-A1B40DC3462C}" srcOrd="11" destOrd="0" presId="urn:microsoft.com/office/officeart/2005/8/layout/cycle6"/>
    <dgm:cxn modelId="{21A0A9AB-C1E8-4573-9493-83716DE19226}" type="presParOf" srcId="{ADF57A8B-AC32-4669-A40C-7A9667CDF41C}" destId="{DC0953EE-E5D9-43CE-B958-8EEA8CD19EC5}" srcOrd="12" destOrd="0" presId="urn:microsoft.com/office/officeart/2005/8/layout/cycle6"/>
    <dgm:cxn modelId="{04BC1BA0-0CFD-425E-A6B7-DE1C219D163D}" type="presParOf" srcId="{ADF57A8B-AC32-4669-A40C-7A9667CDF41C}" destId="{E4A2537B-79D0-429D-8A12-56EC6BFB527E}" srcOrd="13" destOrd="0" presId="urn:microsoft.com/office/officeart/2005/8/layout/cycle6"/>
    <dgm:cxn modelId="{DDF634AC-2FB1-4668-A898-4127228A2638}" type="presParOf" srcId="{ADF57A8B-AC32-4669-A40C-7A9667CDF41C}" destId="{52861312-2CD4-4282-93DC-EB80326E7D98}" srcOrd="14" destOrd="0" presId="urn:microsoft.com/office/officeart/2005/8/layout/cycle6"/>
    <dgm:cxn modelId="{ADA03D02-8878-45D3-8C18-56280EDA593E}" type="presParOf" srcId="{ADF57A8B-AC32-4669-A40C-7A9667CDF41C}" destId="{97D646AD-1D5C-47E3-8127-D30A2E12AD09}" srcOrd="15" destOrd="0" presId="urn:microsoft.com/office/officeart/2005/8/layout/cycle6"/>
    <dgm:cxn modelId="{34AEF7FA-7318-4BA8-AB61-F25822B1613B}" type="presParOf" srcId="{ADF57A8B-AC32-4669-A40C-7A9667CDF41C}" destId="{86838F40-8780-4E8B-94BB-029CDB561B87}" srcOrd="16" destOrd="0" presId="urn:microsoft.com/office/officeart/2005/8/layout/cycle6"/>
    <dgm:cxn modelId="{0AB5A912-66B1-4F69-8384-2F591D612858}" type="presParOf" srcId="{ADF57A8B-AC32-4669-A40C-7A9667CDF41C}" destId="{8AF2B8C2-B72F-4A6A-B2FE-BE822E91E326}" srcOrd="17" destOrd="0" presId="urn:microsoft.com/office/officeart/2005/8/layout/cycle6"/>
    <dgm:cxn modelId="{2EE35548-7AB9-495B-B87B-6A11903FF495}" type="presParOf" srcId="{ADF57A8B-AC32-4669-A40C-7A9667CDF41C}" destId="{B3BF2DF0-B325-4011-89F6-42EC54E63EEB}" srcOrd="18" destOrd="0" presId="urn:microsoft.com/office/officeart/2005/8/layout/cycle6"/>
    <dgm:cxn modelId="{9806FC82-082D-4159-A331-892EEF371E80}" type="presParOf" srcId="{ADF57A8B-AC32-4669-A40C-7A9667CDF41C}" destId="{8A1996DF-9709-46E1-8B26-BB7116CF5B40}" srcOrd="19" destOrd="0" presId="urn:microsoft.com/office/officeart/2005/8/layout/cycle6"/>
    <dgm:cxn modelId="{ECA6FCAF-B6EB-41E4-9C86-A7D2C3766FD4}" type="presParOf" srcId="{ADF57A8B-AC32-4669-A40C-7A9667CDF41C}" destId="{CF23E703-E22B-49EE-A222-E7BEDA35D541}" srcOrd="20" destOrd="0" presId="urn:microsoft.com/office/officeart/2005/8/layout/cycle6"/>
    <dgm:cxn modelId="{4BE2DB06-2EEE-45D9-AEAC-DE97B6B5F5E7}" type="presParOf" srcId="{ADF57A8B-AC32-4669-A40C-7A9667CDF41C}" destId="{50BAD080-F835-4578-9D50-DB7EC9906E79}" srcOrd="21" destOrd="0" presId="urn:microsoft.com/office/officeart/2005/8/layout/cycle6"/>
    <dgm:cxn modelId="{B2C63AAE-C196-43F9-A0C0-8F5D449D765D}" type="presParOf" srcId="{ADF57A8B-AC32-4669-A40C-7A9667CDF41C}" destId="{732E61CC-6D4A-4347-8DD2-14BFD3C36067}" srcOrd="22" destOrd="0" presId="urn:microsoft.com/office/officeart/2005/8/layout/cycle6"/>
    <dgm:cxn modelId="{8759C310-B529-4BD1-B6E0-8F43985B17B7}" type="presParOf" srcId="{ADF57A8B-AC32-4669-A40C-7A9667CDF41C}" destId="{0D911844-F4B9-4883-A7A7-2445E6F57AE0}" srcOrd="23" destOrd="0" presId="urn:microsoft.com/office/officeart/2005/8/layout/cycle6"/>
    <dgm:cxn modelId="{2694CD00-AD6F-4FF2-B650-E50D3F0DD004}" type="presParOf" srcId="{ADF57A8B-AC32-4669-A40C-7A9667CDF41C}" destId="{BB84CCBD-831A-47BA-AC68-C908ADE003B9}" srcOrd="24" destOrd="0" presId="urn:microsoft.com/office/officeart/2005/8/layout/cycle6"/>
    <dgm:cxn modelId="{3F68C5A1-DBBC-4AF5-9932-CAF40EE7A90E}" type="presParOf" srcId="{ADF57A8B-AC32-4669-A40C-7A9667CDF41C}" destId="{36A5E6AB-0428-406A-B00F-0AC362DDAE2B}" srcOrd="25" destOrd="0" presId="urn:microsoft.com/office/officeart/2005/8/layout/cycle6"/>
    <dgm:cxn modelId="{64B0E8DD-6FCD-4B34-9564-28317EA9B958}" type="presParOf" srcId="{ADF57A8B-AC32-4669-A40C-7A9667CDF41C}" destId="{98E227A7-6443-4ACA-85B4-34FB69447995}" srcOrd="26" destOrd="0" presId="urn:microsoft.com/office/officeart/2005/8/layout/cycle6"/>
    <dgm:cxn modelId="{2BB16588-75C9-4FF0-9E13-A3D9FD2FB02D}" type="presParOf" srcId="{ADF57A8B-AC32-4669-A40C-7A9667CDF41C}" destId="{35AF98EF-405B-4D5A-94EC-524EB3862D8C}" srcOrd="27" destOrd="0" presId="urn:microsoft.com/office/officeart/2005/8/layout/cycle6"/>
    <dgm:cxn modelId="{BCBCB046-2D80-4ABA-9DE1-00BF693A5A1B}" type="presParOf" srcId="{ADF57A8B-AC32-4669-A40C-7A9667CDF41C}" destId="{906A10F8-40C7-4999-8F52-80FA3ECECE2F}" srcOrd="28" destOrd="0" presId="urn:microsoft.com/office/officeart/2005/8/layout/cycle6"/>
    <dgm:cxn modelId="{7F3F7665-793D-4983-A261-8CD73D1AC3A5}" type="presParOf" srcId="{ADF57A8B-AC32-4669-A40C-7A9667CDF41C}" destId="{AD46351C-179F-4B9B-B812-1A33174A8D64}" srcOrd="29" destOrd="0" presId="urn:microsoft.com/office/officeart/2005/8/layout/cycle6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7890CEF-FAA2-4393-A5EA-8FF46EBF9B3A}">
      <dsp:nvSpPr>
        <dsp:cNvPr id="0" name=""/>
        <dsp:cNvSpPr/>
      </dsp:nvSpPr>
      <dsp:spPr>
        <a:xfrm>
          <a:off x="24" y="50558"/>
          <a:ext cx="2351923" cy="63360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6464" tIns="89408" rIns="156464" bIns="89408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Blockchain is</a:t>
          </a:r>
        </a:p>
      </dsp:txBody>
      <dsp:txXfrm>
        <a:off x="24" y="50558"/>
        <a:ext cx="2351923" cy="633600"/>
      </dsp:txXfrm>
    </dsp:sp>
    <dsp:sp modelId="{28F4C583-B99D-4166-BFBC-D68085F66483}">
      <dsp:nvSpPr>
        <dsp:cNvPr id="0" name=""/>
        <dsp:cNvSpPr/>
      </dsp:nvSpPr>
      <dsp:spPr>
        <a:xfrm>
          <a:off x="24" y="684158"/>
          <a:ext cx="2351923" cy="2060808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7348" tIns="117348" rIns="156464" bIns="176022" numCol="1" spcCol="1270" anchor="t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Distributed</a:t>
          </a: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Ledger</a:t>
          </a: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P2P</a:t>
          </a: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Immutable</a:t>
          </a:r>
        </a:p>
      </dsp:txBody>
      <dsp:txXfrm>
        <a:off x="24" y="684158"/>
        <a:ext cx="2351923" cy="2060808"/>
      </dsp:txXfrm>
    </dsp:sp>
    <dsp:sp modelId="{9B0FB4A8-2813-4B30-837A-AE72A70010BA}">
      <dsp:nvSpPr>
        <dsp:cNvPr id="0" name=""/>
        <dsp:cNvSpPr/>
      </dsp:nvSpPr>
      <dsp:spPr>
        <a:xfrm>
          <a:off x="2681217" y="50558"/>
          <a:ext cx="2351923" cy="63360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6464" tIns="89408" rIns="156464" bIns="89408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Blockchain is </a:t>
          </a:r>
          <a:r>
            <a:rPr lang="en-US" sz="2200" b="1" kern="1200" dirty="0"/>
            <a:t>NOT</a:t>
          </a:r>
        </a:p>
      </dsp:txBody>
      <dsp:txXfrm>
        <a:off x="2681217" y="50558"/>
        <a:ext cx="2351923" cy="633600"/>
      </dsp:txXfrm>
    </dsp:sp>
    <dsp:sp modelId="{5AB863F8-DED0-4A61-82BF-E4F222977382}">
      <dsp:nvSpPr>
        <dsp:cNvPr id="0" name=""/>
        <dsp:cNvSpPr/>
      </dsp:nvSpPr>
      <dsp:spPr>
        <a:xfrm>
          <a:off x="2681217" y="684158"/>
          <a:ext cx="2351923" cy="2060808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7348" tIns="117348" rIns="156464" bIns="176022" numCol="1" spcCol="1270" anchor="t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Bitcoin</a:t>
          </a: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Money</a:t>
          </a: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Mastercard</a:t>
          </a: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A Messenger</a:t>
          </a: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A Database</a:t>
          </a:r>
        </a:p>
      </dsp:txBody>
      <dsp:txXfrm>
        <a:off x="2681217" y="684158"/>
        <a:ext cx="2351923" cy="2060808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DBD717D-5284-4A4E-ABE6-26258DA18F0A}">
      <dsp:nvSpPr>
        <dsp:cNvPr id="0" name=""/>
        <dsp:cNvSpPr/>
      </dsp:nvSpPr>
      <dsp:spPr>
        <a:xfrm>
          <a:off x="2108152" y="-47661"/>
          <a:ext cx="822960" cy="457201"/>
        </a:xfrm>
        <a:prstGeom prst="round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Banking</a:t>
          </a:r>
        </a:p>
      </dsp:txBody>
      <dsp:txXfrm>
        <a:off x="2130471" y="-25342"/>
        <a:ext cx="778322" cy="412563"/>
      </dsp:txXfrm>
    </dsp:sp>
    <dsp:sp modelId="{F5C50680-2C48-476D-A516-A34392A17F3A}">
      <dsp:nvSpPr>
        <dsp:cNvPr id="0" name=""/>
        <dsp:cNvSpPr/>
      </dsp:nvSpPr>
      <dsp:spPr>
        <a:xfrm>
          <a:off x="1020816" y="180939"/>
          <a:ext cx="2997631" cy="2997631"/>
        </a:xfrm>
        <a:custGeom>
          <a:avLst/>
          <a:gdLst/>
          <a:ahLst/>
          <a:cxnLst/>
          <a:rect l="0" t="0" r="0" b="0"/>
          <a:pathLst>
            <a:path>
              <a:moveTo>
                <a:pt x="1910879" y="57756"/>
              </a:moveTo>
              <a:arcTo wR="1498815" hR="1498815" stAng="17157457" swAng="136457"/>
            </a:path>
          </a:pathLst>
        </a:custGeom>
        <a:noFill/>
        <a:ln w="9525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90D4983-CD1A-405A-9C6E-3AA1BA1D3861}">
      <dsp:nvSpPr>
        <dsp:cNvPr id="0" name=""/>
        <dsp:cNvSpPr/>
      </dsp:nvSpPr>
      <dsp:spPr>
        <a:xfrm>
          <a:off x="2989134" y="238586"/>
          <a:ext cx="822960" cy="457201"/>
        </a:xfrm>
        <a:prstGeom prst="roundRect">
          <a:avLst/>
        </a:prstGeom>
        <a:solidFill>
          <a:schemeClr val="accent3">
            <a:hueOff val="1250029"/>
            <a:satOff val="-1876"/>
            <a:lumOff val="-305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Supply Chain Management</a:t>
          </a:r>
        </a:p>
      </dsp:txBody>
      <dsp:txXfrm>
        <a:off x="3011453" y="260905"/>
        <a:ext cx="778322" cy="412563"/>
      </dsp:txXfrm>
    </dsp:sp>
    <dsp:sp modelId="{3EA0B8E0-8804-4F7A-A39D-DBB303228381}">
      <dsp:nvSpPr>
        <dsp:cNvPr id="0" name=""/>
        <dsp:cNvSpPr/>
      </dsp:nvSpPr>
      <dsp:spPr>
        <a:xfrm>
          <a:off x="1020816" y="180939"/>
          <a:ext cx="2997631" cy="2997631"/>
        </a:xfrm>
        <a:custGeom>
          <a:avLst/>
          <a:gdLst/>
          <a:ahLst/>
          <a:cxnLst/>
          <a:rect l="0" t="0" r="0" b="0"/>
          <a:pathLst>
            <a:path>
              <a:moveTo>
                <a:pt x="2631734" y="517518"/>
              </a:moveTo>
              <a:arcTo wR="1498815" hR="1498815" stAng="19146118" swAng="796589"/>
            </a:path>
          </a:pathLst>
        </a:custGeom>
        <a:noFill/>
        <a:ln w="9525" cap="flat" cmpd="sng" algn="ctr">
          <a:solidFill>
            <a:schemeClr val="accent3">
              <a:hueOff val="1250029"/>
              <a:satOff val="-1876"/>
              <a:lumOff val="-305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727A3DC-053E-465E-B8E4-3B2B3BAB9E5C}">
      <dsp:nvSpPr>
        <dsp:cNvPr id="0" name=""/>
        <dsp:cNvSpPr/>
      </dsp:nvSpPr>
      <dsp:spPr>
        <a:xfrm>
          <a:off x="3533610" y="987994"/>
          <a:ext cx="822960" cy="457201"/>
        </a:xfrm>
        <a:prstGeom prst="roundRect">
          <a:avLst/>
        </a:prstGeom>
        <a:solidFill>
          <a:schemeClr val="accent3">
            <a:hueOff val="2500059"/>
            <a:satOff val="-3751"/>
            <a:lumOff val="-61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Stock exchange</a:t>
          </a:r>
        </a:p>
      </dsp:txBody>
      <dsp:txXfrm>
        <a:off x="3555929" y="1010313"/>
        <a:ext cx="778322" cy="412563"/>
      </dsp:txXfrm>
    </dsp:sp>
    <dsp:sp modelId="{FBE5142B-8273-47B3-B01D-A76CB5AB6F9C}">
      <dsp:nvSpPr>
        <dsp:cNvPr id="0" name=""/>
        <dsp:cNvSpPr/>
      </dsp:nvSpPr>
      <dsp:spPr>
        <a:xfrm>
          <a:off x="1020816" y="180939"/>
          <a:ext cx="2997631" cy="2997631"/>
        </a:xfrm>
        <a:custGeom>
          <a:avLst/>
          <a:gdLst/>
          <a:ahLst/>
          <a:cxnLst/>
          <a:rect l="0" t="0" r="0" b="0"/>
          <a:pathLst>
            <a:path>
              <a:moveTo>
                <a:pt x="2979890" y="1268891"/>
              </a:moveTo>
              <a:arcTo wR="1498815" hR="1498815" stAng="21070546" swAng="1058909"/>
            </a:path>
          </a:pathLst>
        </a:custGeom>
        <a:noFill/>
        <a:ln w="9525" cap="flat" cmpd="sng" algn="ctr">
          <a:solidFill>
            <a:schemeClr val="accent3">
              <a:hueOff val="2500059"/>
              <a:satOff val="-3751"/>
              <a:lumOff val="-61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641E510-3FD8-4CB6-91B5-9D7C8903666C}">
      <dsp:nvSpPr>
        <dsp:cNvPr id="0" name=""/>
        <dsp:cNvSpPr/>
      </dsp:nvSpPr>
      <dsp:spPr>
        <a:xfrm>
          <a:off x="3533610" y="1914313"/>
          <a:ext cx="822960" cy="457201"/>
        </a:xfrm>
        <a:prstGeom prst="roundRect">
          <a:avLst/>
        </a:prstGeom>
        <a:solidFill>
          <a:schemeClr val="accent3">
            <a:hueOff val="3750088"/>
            <a:satOff val="-5627"/>
            <a:lumOff val="-915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Keep sensitive records </a:t>
          </a:r>
        </a:p>
      </dsp:txBody>
      <dsp:txXfrm>
        <a:off x="3555929" y="1936632"/>
        <a:ext cx="778322" cy="412563"/>
      </dsp:txXfrm>
    </dsp:sp>
    <dsp:sp modelId="{EF3A0694-F7A5-487C-9349-A1B40DC3462C}">
      <dsp:nvSpPr>
        <dsp:cNvPr id="0" name=""/>
        <dsp:cNvSpPr/>
      </dsp:nvSpPr>
      <dsp:spPr>
        <a:xfrm>
          <a:off x="1020816" y="180939"/>
          <a:ext cx="2997631" cy="2997631"/>
        </a:xfrm>
        <a:custGeom>
          <a:avLst/>
          <a:gdLst/>
          <a:ahLst/>
          <a:cxnLst/>
          <a:rect l="0" t="0" r="0" b="0"/>
          <a:pathLst>
            <a:path>
              <a:moveTo>
                <a:pt x="2826810" y="2193710"/>
              </a:moveTo>
              <a:arcTo wR="1498815" hR="1498815" stAng="1657293" swAng="796589"/>
            </a:path>
          </a:pathLst>
        </a:custGeom>
        <a:noFill/>
        <a:ln w="9525" cap="flat" cmpd="sng" algn="ctr">
          <a:solidFill>
            <a:schemeClr val="accent3">
              <a:hueOff val="3750088"/>
              <a:satOff val="-5627"/>
              <a:lumOff val="-915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C0953EE-E5D9-43CE-B958-8EEA8CD19EC5}">
      <dsp:nvSpPr>
        <dsp:cNvPr id="0" name=""/>
        <dsp:cNvSpPr/>
      </dsp:nvSpPr>
      <dsp:spPr>
        <a:xfrm>
          <a:off x="2989134" y="2663721"/>
          <a:ext cx="822960" cy="457201"/>
        </a:xfrm>
        <a:prstGeom prst="roundRect">
          <a:avLst/>
        </a:prstGeom>
        <a:solidFill>
          <a:schemeClr val="accent3">
            <a:hueOff val="5000117"/>
            <a:satOff val="-7502"/>
            <a:lumOff val="-122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Gaming</a:t>
          </a:r>
        </a:p>
      </dsp:txBody>
      <dsp:txXfrm>
        <a:off x="3011453" y="2686040"/>
        <a:ext cx="778322" cy="412563"/>
      </dsp:txXfrm>
    </dsp:sp>
    <dsp:sp modelId="{52861312-2CD4-4282-93DC-EB80326E7D98}">
      <dsp:nvSpPr>
        <dsp:cNvPr id="0" name=""/>
        <dsp:cNvSpPr/>
      </dsp:nvSpPr>
      <dsp:spPr>
        <a:xfrm>
          <a:off x="1020816" y="180939"/>
          <a:ext cx="2997631" cy="2997631"/>
        </a:xfrm>
        <a:custGeom>
          <a:avLst/>
          <a:gdLst/>
          <a:ahLst/>
          <a:cxnLst/>
          <a:rect l="0" t="0" r="0" b="0"/>
          <a:pathLst>
            <a:path>
              <a:moveTo>
                <a:pt x="1967740" y="2922388"/>
              </a:moveTo>
              <a:arcTo wR="1498815" hR="1498815" stAng="4306086" swAng="136457"/>
            </a:path>
          </a:pathLst>
        </a:custGeom>
        <a:noFill/>
        <a:ln w="9525" cap="flat" cmpd="sng" algn="ctr">
          <a:solidFill>
            <a:schemeClr val="accent3">
              <a:hueOff val="5000117"/>
              <a:satOff val="-7502"/>
              <a:lumOff val="-122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97D646AD-1D5C-47E3-8127-D30A2E12AD09}">
      <dsp:nvSpPr>
        <dsp:cNvPr id="0" name=""/>
        <dsp:cNvSpPr/>
      </dsp:nvSpPr>
      <dsp:spPr>
        <a:xfrm>
          <a:off x="2108152" y="2949969"/>
          <a:ext cx="822960" cy="457201"/>
        </a:xfrm>
        <a:prstGeom prst="roundRect">
          <a:avLst/>
        </a:prstGeom>
        <a:solidFill>
          <a:schemeClr val="accent3">
            <a:hueOff val="6250147"/>
            <a:satOff val="-9378"/>
            <a:lumOff val="-1525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Identity protection</a:t>
          </a:r>
        </a:p>
      </dsp:txBody>
      <dsp:txXfrm>
        <a:off x="2130471" y="2972288"/>
        <a:ext cx="778322" cy="412563"/>
      </dsp:txXfrm>
    </dsp:sp>
    <dsp:sp modelId="{8AF2B8C2-B72F-4A6A-B2FE-BE822E91E326}">
      <dsp:nvSpPr>
        <dsp:cNvPr id="0" name=""/>
        <dsp:cNvSpPr/>
      </dsp:nvSpPr>
      <dsp:spPr>
        <a:xfrm>
          <a:off x="1020816" y="180939"/>
          <a:ext cx="2997631" cy="2997631"/>
        </a:xfrm>
        <a:custGeom>
          <a:avLst/>
          <a:gdLst/>
          <a:ahLst/>
          <a:cxnLst/>
          <a:rect l="0" t="0" r="0" b="0"/>
          <a:pathLst>
            <a:path>
              <a:moveTo>
                <a:pt x="1086752" y="2939875"/>
              </a:moveTo>
              <a:arcTo wR="1498815" hR="1498815" stAng="6357457" swAng="136457"/>
            </a:path>
          </a:pathLst>
        </a:custGeom>
        <a:noFill/>
        <a:ln w="9525" cap="flat" cmpd="sng" algn="ctr">
          <a:solidFill>
            <a:schemeClr val="accent3">
              <a:hueOff val="6250147"/>
              <a:satOff val="-9378"/>
              <a:lumOff val="-1525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3BF2DF0-B325-4011-89F6-42EC54E63EEB}">
      <dsp:nvSpPr>
        <dsp:cNvPr id="0" name=""/>
        <dsp:cNvSpPr/>
      </dsp:nvSpPr>
      <dsp:spPr>
        <a:xfrm>
          <a:off x="1227170" y="2663721"/>
          <a:ext cx="822960" cy="457201"/>
        </a:xfrm>
        <a:prstGeom prst="roundRect">
          <a:avLst/>
        </a:prstGeom>
        <a:solidFill>
          <a:schemeClr val="accent3">
            <a:hueOff val="7500176"/>
            <a:satOff val="-11253"/>
            <a:lumOff val="-183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Election protection</a:t>
          </a:r>
        </a:p>
      </dsp:txBody>
      <dsp:txXfrm>
        <a:off x="1249489" y="2686040"/>
        <a:ext cx="778322" cy="412563"/>
      </dsp:txXfrm>
    </dsp:sp>
    <dsp:sp modelId="{CF23E703-E22B-49EE-A222-E7BEDA35D541}">
      <dsp:nvSpPr>
        <dsp:cNvPr id="0" name=""/>
        <dsp:cNvSpPr/>
      </dsp:nvSpPr>
      <dsp:spPr>
        <a:xfrm>
          <a:off x="1020816" y="180939"/>
          <a:ext cx="2997631" cy="2997631"/>
        </a:xfrm>
        <a:custGeom>
          <a:avLst/>
          <a:gdLst/>
          <a:ahLst/>
          <a:cxnLst/>
          <a:rect l="0" t="0" r="0" b="0"/>
          <a:pathLst>
            <a:path>
              <a:moveTo>
                <a:pt x="365896" y="2480112"/>
              </a:moveTo>
              <a:arcTo wR="1498815" hR="1498815" stAng="8346118" swAng="796589"/>
            </a:path>
          </a:pathLst>
        </a:custGeom>
        <a:noFill/>
        <a:ln w="9525" cap="flat" cmpd="sng" algn="ctr">
          <a:solidFill>
            <a:schemeClr val="accent3">
              <a:hueOff val="7500176"/>
              <a:satOff val="-11253"/>
              <a:lumOff val="-183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0BAD080-F835-4578-9D50-DB7EC9906E79}">
      <dsp:nvSpPr>
        <dsp:cNvPr id="0" name=""/>
        <dsp:cNvSpPr/>
      </dsp:nvSpPr>
      <dsp:spPr>
        <a:xfrm>
          <a:off x="682693" y="1914313"/>
          <a:ext cx="822960" cy="457201"/>
        </a:xfrm>
        <a:prstGeom prst="roundRect">
          <a:avLst/>
        </a:prstGeom>
        <a:solidFill>
          <a:schemeClr val="accent3">
            <a:hueOff val="8750205"/>
            <a:satOff val="-13129"/>
            <a:lumOff val="-2135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Copyright protection</a:t>
          </a:r>
        </a:p>
      </dsp:txBody>
      <dsp:txXfrm>
        <a:off x="705012" y="1936632"/>
        <a:ext cx="778322" cy="412563"/>
      </dsp:txXfrm>
    </dsp:sp>
    <dsp:sp modelId="{0D911844-F4B9-4883-A7A7-2445E6F57AE0}">
      <dsp:nvSpPr>
        <dsp:cNvPr id="0" name=""/>
        <dsp:cNvSpPr/>
      </dsp:nvSpPr>
      <dsp:spPr>
        <a:xfrm>
          <a:off x="1020816" y="180939"/>
          <a:ext cx="2997631" cy="2997631"/>
        </a:xfrm>
        <a:custGeom>
          <a:avLst/>
          <a:gdLst/>
          <a:ahLst/>
          <a:cxnLst/>
          <a:rect l="0" t="0" r="0" b="0"/>
          <a:pathLst>
            <a:path>
              <a:moveTo>
                <a:pt x="17740" y="1728740"/>
              </a:moveTo>
              <a:arcTo wR="1498815" hR="1498815" stAng="10270546" swAng="1058909"/>
            </a:path>
          </a:pathLst>
        </a:custGeom>
        <a:noFill/>
        <a:ln w="9525" cap="flat" cmpd="sng" algn="ctr">
          <a:solidFill>
            <a:schemeClr val="accent3">
              <a:hueOff val="8750205"/>
              <a:satOff val="-13129"/>
              <a:lumOff val="-2135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B84CCBD-831A-47BA-AC68-C908ADE003B9}">
      <dsp:nvSpPr>
        <dsp:cNvPr id="0" name=""/>
        <dsp:cNvSpPr/>
      </dsp:nvSpPr>
      <dsp:spPr>
        <a:xfrm>
          <a:off x="682693" y="987994"/>
          <a:ext cx="822960" cy="457201"/>
        </a:xfrm>
        <a:prstGeom prst="roundRect">
          <a:avLst/>
        </a:prstGeom>
        <a:solidFill>
          <a:schemeClr val="accent3">
            <a:hueOff val="10000235"/>
            <a:satOff val="-15004"/>
            <a:lumOff val="-244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Data set protection</a:t>
          </a:r>
        </a:p>
      </dsp:txBody>
      <dsp:txXfrm>
        <a:off x="705012" y="1010313"/>
        <a:ext cx="778322" cy="412563"/>
      </dsp:txXfrm>
    </dsp:sp>
    <dsp:sp modelId="{98E227A7-6443-4ACA-85B4-34FB69447995}">
      <dsp:nvSpPr>
        <dsp:cNvPr id="0" name=""/>
        <dsp:cNvSpPr/>
      </dsp:nvSpPr>
      <dsp:spPr>
        <a:xfrm>
          <a:off x="1020816" y="180939"/>
          <a:ext cx="2997631" cy="2997631"/>
        </a:xfrm>
        <a:custGeom>
          <a:avLst/>
          <a:gdLst/>
          <a:ahLst/>
          <a:cxnLst/>
          <a:rect l="0" t="0" r="0" b="0"/>
          <a:pathLst>
            <a:path>
              <a:moveTo>
                <a:pt x="170821" y="803920"/>
              </a:moveTo>
              <a:arcTo wR="1498815" hR="1498815" stAng="12457293" swAng="796589"/>
            </a:path>
          </a:pathLst>
        </a:custGeom>
        <a:noFill/>
        <a:ln w="9525" cap="flat" cmpd="sng" algn="ctr">
          <a:solidFill>
            <a:schemeClr val="accent3">
              <a:hueOff val="10000235"/>
              <a:satOff val="-15004"/>
              <a:lumOff val="-244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5AF98EF-405B-4D5A-94EC-524EB3862D8C}">
      <dsp:nvSpPr>
        <dsp:cNvPr id="0" name=""/>
        <dsp:cNvSpPr/>
      </dsp:nvSpPr>
      <dsp:spPr>
        <a:xfrm>
          <a:off x="1227170" y="238586"/>
          <a:ext cx="822960" cy="457201"/>
        </a:xfrm>
        <a:prstGeom prst="roundRect">
          <a:avLst/>
        </a:prstGeom>
        <a:solidFill>
          <a:schemeClr val="accent3">
            <a:hueOff val="11250264"/>
            <a:satOff val="-16880"/>
            <a:lumOff val="-2745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0" kern="1200" baseline="0" dirty="0">
              <a:latin typeface="Times New Roman" panose="02020603050405020304" pitchFamily="18" charset="0"/>
              <a:cs typeface="Times New Roman" panose="02020603050405020304" pitchFamily="18" charset="0"/>
            </a:rPr>
            <a:t>Budget provision (ICO)</a:t>
          </a:r>
        </a:p>
      </dsp:txBody>
      <dsp:txXfrm>
        <a:off x="1249489" y="260905"/>
        <a:ext cx="778322" cy="412563"/>
      </dsp:txXfrm>
    </dsp:sp>
    <dsp:sp modelId="{AD46351C-179F-4B9B-B812-1A33174A8D64}">
      <dsp:nvSpPr>
        <dsp:cNvPr id="0" name=""/>
        <dsp:cNvSpPr/>
      </dsp:nvSpPr>
      <dsp:spPr>
        <a:xfrm>
          <a:off x="1020816" y="180939"/>
          <a:ext cx="2997631" cy="2997631"/>
        </a:xfrm>
        <a:custGeom>
          <a:avLst/>
          <a:gdLst/>
          <a:ahLst/>
          <a:cxnLst/>
          <a:rect l="0" t="0" r="0" b="0"/>
          <a:pathLst>
            <a:path>
              <a:moveTo>
                <a:pt x="1029890" y="75243"/>
              </a:moveTo>
              <a:arcTo wR="1498815" hR="1498815" stAng="15106086" swAng="136457"/>
            </a:path>
          </a:pathLst>
        </a:custGeom>
        <a:noFill/>
        <a:ln w="9525" cap="flat" cmpd="sng" algn="ctr">
          <a:solidFill>
            <a:schemeClr val="accent3">
              <a:hueOff val="11250264"/>
              <a:satOff val="-16880"/>
              <a:lumOff val="-2745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cycle6">
  <dgm:title val=""/>
  <dgm:desc val=""/>
  <dgm:catLst>
    <dgm:cat type="cycle" pri="4000"/>
    <dgm:cat type="relationship" pri="2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choose name="Name2">
          <dgm:if name="Name3" axis="ch" ptType="node" func="cnt" op="gt" val="2">
            <dgm:alg type="cycle">
              <dgm:param type="stAng" val="0"/>
              <dgm:param type="spanAng" val="360"/>
            </dgm:alg>
          </dgm:if>
          <dgm:else name="Name4">
            <dgm:alg type="cycle">
              <dgm:param type="stAng" val="-90"/>
              <dgm:param type="spanAng" val="360"/>
            </dgm:alg>
          </dgm:else>
        </dgm:choose>
      </dgm:if>
      <dgm:else name="Name5">
        <dgm:choose name="Name6">
          <dgm:if name="Name7" axis="ch" ptType="node" func="cnt" op="gt" val="2">
            <dgm:alg type="cycle">
              <dgm:param type="stAng" val="0"/>
              <dgm:param type="spanAng" val="-360"/>
            </dgm:alg>
          </dgm:if>
          <dgm:else name="Name8">
            <dgm:alg type="cycle">
              <dgm:param type="stAng" val="90"/>
              <dgm:param type="spanAng" val="-360"/>
            </dgm:alg>
          </dgm:else>
        </dgm:choose>
      </dgm:else>
    </dgm:choose>
    <dgm:shape xmlns:r="http://schemas.openxmlformats.org/officeDocument/2006/relationships" r:blip="">
      <dgm:adjLst/>
    </dgm:shape>
    <dgm:presOf/>
    <dgm:choose name="Name9">
      <dgm:if name="Name10" func="var" arg="dir" op="equ" val="norm">
        <dgm:constrLst>
          <dgm:constr type="w" for="ch" forName="node" refType="w"/>
          <dgm:constr type="w" for="ch" ptType="sibTrans" refType="w" refFor="ch" refForName="node" op="equ" fact="0.3"/>
          <dgm:constr type="diam" for="ch" ptType="sibTrans" refType="diam" op="equ"/>
          <dgm:constr type="sibSp" refType="w" refFor="ch" refForName="node" op="equ" fact="0.15"/>
          <dgm:constr type="w" for="ch" forName="spNode" refType="sibSp" fact="1.6"/>
          <dgm:constr type="primFontSz" for="ch" forName="node" op="equ" val="65"/>
        </dgm:constrLst>
      </dgm:if>
      <dgm:else name="Name11">
        <dgm:constrLst>
          <dgm:constr type="w" for="ch" forName="node" refType="w"/>
          <dgm:constr type="w" for="ch" ptType="sibTrans" refType="w" refFor="ch" refForName="node" op="equ" fact="0.3"/>
          <dgm:constr type="diam" for="ch" ptType="sibTrans" refType="diam" op="equ" fact="-1"/>
          <dgm:constr type="sibSp" refType="w" refFor="ch" refForName="node" op="equ" fact="0.15"/>
          <dgm:constr type="w" for="ch" forName="spNode" refType="sibSp" fact="1.6"/>
          <dgm:constr type="primFontSz" for="ch" forName="node" op="equ" val="65"/>
        </dgm:constrLst>
      </dgm:else>
    </dgm:choose>
    <dgm:ruleLst/>
    <dgm:forEach name="Name12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/>
        </dgm:shape>
        <dgm:presOf axis="desOrSelf" ptType="node"/>
        <dgm:constrLst>
          <dgm:constr type="h" refType="w" fact="0.65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choose name="Name13">
        <dgm:if name="Name14" axis="par ch" ptType="doc node" func="cnt" op="gt" val="1">
          <dgm:layoutNode name="spNode">
            <dgm:alg type="sp"/>
            <dgm:shape xmlns:r="http://schemas.openxmlformats.org/officeDocument/2006/relationships" r:blip="">
              <dgm:adjLst/>
            </dgm:shape>
            <dgm:presOf/>
            <dgm:constrLst>
              <dgm:constr type="h" refType="w"/>
            </dgm:constrLst>
            <dgm:ruleLst/>
          </dgm:layoutNode>
          <dgm:forEach name="Name15" axis="followSib" ptType="sibTrans" hideLastTrans="0" cnt="1">
            <dgm:layoutNode name="sibTrans">
              <dgm:alg type="conn">
                <dgm:param type="dim" val="1D"/>
                <dgm:param type="connRout" val="curve"/>
                <dgm:param type="begPts" val="radial"/>
                <dgm:param type="endPts" val="radial"/>
                <dgm:param type="endSty" val="noArr"/>
              </dgm:alg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0.65"/>
                <dgm:constr type="connDist"/>
                <dgm:constr type="begPad" refType="connDist" fact="0.01"/>
                <dgm:constr type="endPad" refType="connDist" fact="0.01"/>
              </dgm:constrLst>
              <dgm:ruleLst/>
            </dgm:layoutNode>
          </dgm:forEach>
        </dgm:if>
        <dgm:else name="Name16"/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8D18E60-4300-4729-A0D7-6AB984C3922D}" type="datetimeFigureOut">
              <a:rPr lang="en-US" smtClean="0"/>
              <a:t>5/25/2019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F533E96-F078-4B3D-A8F4-F1AF21EBC3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43001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448965" y="1655520"/>
            <a:ext cx="8246070" cy="1374345"/>
          </a:xfr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>
            <a:lvl1pPr algn="r">
              <a:defRPr sz="3600">
                <a:solidFill>
                  <a:srgbClr val="1100EA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48965" y="3487980"/>
            <a:ext cx="8231372" cy="763525"/>
          </a:xfrm>
        </p:spPr>
        <p:txBody>
          <a:bodyPr>
            <a:normAutofit/>
          </a:bodyPr>
          <a:lstStyle>
            <a:lvl1pPr marL="0" indent="0" algn="r">
              <a:buNone/>
              <a:defRPr sz="2800" b="0" i="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38751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8965" y="281175"/>
            <a:ext cx="8246070" cy="763526"/>
          </a:xfrm>
        </p:spPr>
        <p:txBody>
          <a:bodyPr>
            <a:normAutofit/>
          </a:bodyPr>
          <a:lstStyle>
            <a:lvl1pPr algn="r">
              <a:defRPr sz="3600" baseline="0">
                <a:solidFill>
                  <a:srgbClr val="1100EA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8966" y="1350111"/>
            <a:ext cx="8246070" cy="3512212"/>
          </a:xfrm>
        </p:spPr>
        <p:txBody>
          <a:bodyPr/>
          <a:lstStyle>
            <a:lvl1pPr algn="l">
              <a:defRPr sz="2800">
                <a:solidFill>
                  <a:schemeClr val="tx1"/>
                </a:solidFill>
              </a:defRPr>
            </a:lvl1pPr>
            <a:lvl2pPr algn="l">
              <a:defRPr>
                <a:solidFill>
                  <a:schemeClr val="tx1"/>
                </a:solidFill>
              </a:defRPr>
            </a:lvl2pPr>
            <a:lvl3pPr algn="l">
              <a:defRPr>
                <a:solidFill>
                  <a:schemeClr val="tx1"/>
                </a:solidFill>
              </a:defRPr>
            </a:lvl3pPr>
            <a:lvl4pPr algn="l">
              <a:defRPr>
                <a:solidFill>
                  <a:schemeClr val="tx1"/>
                </a:solidFill>
              </a:defRPr>
            </a:lvl4pPr>
            <a:lvl5pPr algn="l"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44713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>
            <a:normAutofit/>
          </a:bodyPr>
          <a:lstStyle>
            <a:lvl1pPr algn="l">
              <a:defRPr sz="3600">
                <a:solidFill>
                  <a:srgbClr val="1100EA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434129" y="1044700"/>
            <a:ext cx="6260905" cy="3511061"/>
          </a:xfrm>
        </p:spPr>
        <p:txBody>
          <a:bodyPr/>
          <a:lstStyle>
            <a:lvl1pPr>
              <a:defRPr sz="2800"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93913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34415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67918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5317" y="281175"/>
            <a:ext cx="8093365" cy="763525"/>
          </a:xfrm>
        </p:spPr>
        <p:txBody>
          <a:bodyPr>
            <a:normAutofit/>
          </a:bodyPr>
          <a:lstStyle>
            <a:lvl1pPr algn="r">
              <a:defRPr sz="3600" baseline="0">
                <a:solidFill>
                  <a:srgbClr val="1100EA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6879" y="1502815"/>
            <a:ext cx="4040188" cy="479822"/>
          </a:xfrm>
        </p:spPr>
        <p:txBody>
          <a:bodyPr anchor="b"/>
          <a:lstStyle>
            <a:lvl1pPr marL="0" indent="0" algn="ctr">
              <a:buNone/>
              <a:defRPr sz="2400" b="1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6879" y="1975212"/>
            <a:ext cx="4040188" cy="2276294"/>
          </a:xfrm>
        </p:spPr>
        <p:txBody>
          <a:bodyPr/>
          <a:lstStyle>
            <a:lvl1pPr algn="ctr">
              <a:defRPr sz="2400">
                <a:solidFill>
                  <a:schemeClr val="tx1"/>
                </a:solidFill>
              </a:defRPr>
            </a:lvl1pPr>
            <a:lvl2pPr algn="ctr">
              <a:defRPr sz="2000">
                <a:solidFill>
                  <a:schemeClr val="tx1"/>
                </a:solidFill>
              </a:defRPr>
            </a:lvl2pPr>
            <a:lvl3pPr algn="ctr">
              <a:defRPr sz="1800">
                <a:solidFill>
                  <a:schemeClr val="tx1"/>
                </a:solidFill>
              </a:defRPr>
            </a:lvl3pPr>
            <a:lvl4pPr algn="ctr">
              <a:defRPr sz="1600">
                <a:solidFill>
                  <a:schemeClr val="tx1"/>
                </a:solidFill>
              </a:defRPr>
            </a:lvl4pPr>
            <a:lvl5pPr algn="ctr"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72000" y="1502815"/>
            <a:ext cx="4041775" cy="479822"/>
          </a:xfrm>
        </p:spPr>
        <p:txBody>
          <a:bodyPr anchor="b"/>
          <a:lstStyle>
            <a:lvl1pPr marL="0" indent="0" algn="ctr">
              <a:buNone/>
              <a:defRPr sz="2400" b="1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572000" y="1975212"/>
            <a:ext cx="4041775" cy="2276294"/>
          </a:xfrm>
        </p:spPr>
        <p:txBody>
          <a:bodyPr/>
          <a:lstStyle>
            <a:lvl1pPr algn="ctr">
              <a:defRPr sz="2400">
                <a:solidFill>
                  <a:schemeClr val="tx1"/>
                </a:solidFill>
              </a:defRPr>
            </a:lvl1pPr>
            <a:lvl2pPr algn="ctr">
              <a:defRPr sz="2000">
                <a:solidFill>
                  <a:schemeClr val="tx1"/>
                </a:solidFill>
              </a:defRPr>
            </a:lvl2pPr>
            <a:lvl3pPr algn="ctr">
              <a:defRPr sz="1800">
                <a:solidFill>
                  <a:schemeClr val="tx1"/>
                </a:solidFill>
              </a:defRPr>
            </a:lvl3pPr>
            <a:lvl4pPr algn="ctr">
              <a:defRPr sz="1600">
                <a:solidFill>
                  <a:schemeClr val="tx1"/>
                </a:solidFill>
              </a:defRPr>
            </a:lvl4pPr>
            <a:lvl5pPr algn="ctr"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29119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97731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1864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44526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6078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866572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7" name="Picture 6" descr="E:\websites\free-power-point-templates\2012\logos.png">
            <a:extLst>
              <a:ext uri="{FF2B5EF4-FFF2-40B4-BE49-F238E27FC236}">
                <a16:creationId xmlns:a16="http://schemas.microsoft.com/office/drawing/2014/main" id="{08B89D22-1D6E-450B-881F-4D2A4C527F72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3808475" y="2326213"/>
            <a:ext cx="1463784" cy="52696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936099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1E867DF-3DCA-4725-94F0-F2B6BD747A82}"/>
              </a:ext>
            </a:extLst>
          </p:cNvPr>
          <p:cNvSpPr txBox="1"/>
          <p:nvPr userDrawn="1"/>
        </p:nvSpPr>
        <p:spPr>
          <a:xfrm>
            <a:off x="-9150" y="5213747"/>
            <a:ext cx="838962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This presentation uses a free template provided by FPPT.com</a:t>
            </a:r>
          </a:p>
          <a:p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www.free-power-point-templates.com</a:t>
            </a:r>
          </a:p>
        </p:txBody>
      </p:sp>
    </p:spTree>
    <p:extLst>
      <p:ext uri="{BB962C8B-B14F-4D97-AF65-F5344CB8AC3E}">
        <p14:creationId xmlns:p14="http://schemas.microsoft.com/office/powerpoint/2010/main" val="19440393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linkedin.com/in/HammedMohamadi" TargetMode="External"/><Relationship Id="rId5" Type="http://schemas.openxmlformats.org/officeDocument/2006/relationships/hyperlink" Target="https://github.com/fivil" TargetMode="External"/><Relationship Id="rId4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hyperlink" Target="https://github.com/decentralized-identity/ion/commits/master" TargetMode="Externa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8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Blockchain 101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9573A58-CDAA-4443-ABBE-ABFD44CCD1B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5525" y="3640685"/>
            <a:ext cx="305410" cy="30541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2F5566E-6597-4764-92AC-AE09F975D58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5525" y="3987725"/>
            <a:ext cx="305409" cy="30540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52551A0-D270-43E4-A6BF-CE53B3D062F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5525" y="4404210"/>
            <a:ext cx="282074" cy="28207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5F066EBC-83D7-4339-9EE7-B26C3C95B68E}"/>
              </a:ext>
            </a:extLst>
          </p:cNvPr>
          <p:cNvSpPr txBox="1"/>
          <p:nvPr/>
        </p:nvSpPr>
        <p:spPr>
          <a:xfrm>
            <a:off x="5640935" y="3654890"/>
            <a:ext cx="71846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55ADE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@FIVIL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83AD6E7-FF13-4E6F-B3C5-B0B665D6079C}"/>
              </a:ext>
            </a:extLst>
          </p:cNvPr>
          <p:cNvSpPr txBox="1"/>
          <p:nvPr/>
        </p:nvSpPr>
        <p:spPr>
          <a:xfrm>
            <a:off x="5640935" y="4001929"/>
            <a:ext cx="16495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55ADEE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https://github.com/fivil</a:t>
            </a:r>
            <a:endParaRPr lang="en-US" sz="1200" dirty="0">
              <a:solidFill>
                <a:srgbClr val="55ADEE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6E72192-E913-4A1B-BCC1-0CA13B2C3680}"/>
              </a:ext>
            </a:extLst>
          </p:cNvPr>
          <p:cNvSpPr txBox="1"/>
          <p:nvPr/>
        </p:nvSpPr>
        <p:spPr>
          <a:xfrm>
            <a:off x="5640935" y="4404210"/>
            <a:ext cx="33104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55ADEE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https://www.linkedin.com/in/HammedMohamadi</a:t>
            </a:r>
            <a:endParaRPr lang="en-US" sz="1200" dirty="0">
              <a:solidFill>
                <a:srgbClr val="55ADEE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39203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Abstract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/>
          </a:bodyPr>
          <a:lstStyle/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 is Blockchain?</a:t>
            </a: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Centralized vs distributed </a:t>
            </a: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Why Decentralization Matters?</a:t>
            </a: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Cryptocurrency </a:t>
            </a: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Birth of Bitcoin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sz="quarter" idx="4"/>
          </p:nvPr>
        </p:nvSpPr>
        <p:spPr>
          <a:xfrm>
            <a:off x="5111375" y="1975212"/>
            <a:ext cx="4041775" cy="2276294"/>
          </a:xfrm>
        </p:spPr>
        <p:txBody>
          <a:bodyPr>
            <a:normAutofit fontScale="92500"/>
          </a:bodyPr>
          <a:lstStyle/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Applications</a:t>
            </a: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Tensions</a:t>
            </a: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Structure</a:t>
            </a: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Some interesting facts</a:t>
            </a:r>
            <a:endParaRPr lang="fa-I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QUESTIONS?</a:t>
            </a:r>
          </a:p>
        </p:txBody>
      </p:sp>
    </p:spTree>
    <p:extLst>
      <p:ext uri="{BB962C8B-B14F-4D97-AF65-F5344CB8AC3E}">
        <p14:creationId xmlns:p14="http://schemas.microsoft.com/office/powerpoint/2010/main" val="41707837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D4E91A4-843E-42A6-87B6-D24AB2AE4292}"/>
              </a:ext>
            </a:extLst>
          </p:cNvPr>
          <p:cNvSpPr txBox="1"/>
          <p:nvPr/>
        </p:nvSpPr>
        <p:spPr>
          <a:xfrm>
            <a:off x="3808476" y="1802308"/>
            <a:ext cx="5191969" cy="15388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 the 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internet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did for communications, </a:t>
            </a:r>
          </a:p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 think 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Blockchain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will do for trusted transactions.</a:t>
            </a:r>
          </a:p>
          <a:p>
            <a:pPr algn="just"/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r"/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IBM Chief Executive Ginny Rometty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0E83F291-A810-43D2-AEC7-44168E787FE6}"/>
              </a:ext>
            </a:extLst>
          </p:cNvPr>
          <p:cNvSpPr txBox="1">
            <a:spLocks/>
          </p:cNvSpPr>
          <p:nvPr/>
        </p:nvSpPr>
        <p:spPr>
          <a:xfrm>
            <a:off x="1212491" y="281175"/>
            <a:ext cx="7787955" cy="50073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5000" lnSpcReduction="20000"/>
          </a:bodyPr>
          <a:lstStyle>
            <a:lvl1pPr algn="l" defTabSz="914400" rtl="0" eaLnBrk="1" latinLnBrk="0" hangingPunct="1">
              <a:spcBef>
                <a:spcPct val="0"/>
              </a:spcBef>
              <a:buNone/>
              <a:defRPr sz="3600" kern="1200">
                <a:solidFill>
                  <a:srgbClr val="1100EA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+mj-lt"/>
                <a:ea typeface="+mj-ea"/>
                <a:cs typeface="+mj-cs"/>
              </a:defRPr>
            </a:lvl1pPr>
          </a:lstStyle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5366A53-AFD8-49BC-966D-302DD3D9105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4130" y="1776817"/>
            <a:ext cx="1374345" cy="158986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C99C2AA-3B35-4E7C-B14F-F6BFE419FA5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57292" y="4290825"/>
            <a:ext cx="1438275" cy="571500"/>
          </a:xfrm>
          <a:prstGeom prst="rect">
            <a:avLst/>
          </a:prstGeom>
        </p:spPr>
      </p:pic>
      <p:sp>
        <p:nvSpPr>
          <p:cNvPr id="10" name="Title 1">
            <a:extLst>
              <a:ext uri="{FF2B5EF4-FFF2-40B4-BE49-F238E27FC236}">
                <a16:creationId xmlns:a16="http://schemas.microsoft.com/office/drawing/2014/main" id="{F3A9AAFE-7FFC-4BF0-B83D-038824B09D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/>
          <a:lstStyle/>
          <a:p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Why should I care?</a:t>
            </a:r>
          </a:p>
        </p:txBody>
      </p:sp>
    </p:spTree>
    <p:extLst>
      <p:ext uri="{BB962C8B-B14F-4D97-AF65-F5344CB8AC3E}">
        <p14:creationId xmlns:p14="http://schemas.microsoft.com/office/powerpoint/2010/main" val="21358964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F61D753-B49B-4B37-A990-D61E98AEF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/>
          <a:lstStyle/>
          <a:p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What is Blockchain</a:t>
            </a:r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?</a:t>
            </a:r>
            <a:endParaRPr lang="en-US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A0C3367-42F3-49FB-8FE5-A510E3F7AF01}"/>
              </a:ext>
            </a:extLst>
          </p:cNvPr>
          <p:cNvSpPr txBox="1"/>
          <p:nvPr/>
        </p:nvSpPr>
        <p:spPr>
          <a:xfrm>
            <a:off x="2434130" y="1556087"/>
            <a:ext cx="610820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Blockchain is a shared, distributed ledger that facilitates the process of recording transactions and tracking assets in a business network. An asset can be tangible — a house, a car, cash, land  — or intangible like intellectual property, such as patents, copyrights, or branding. Virtually anything of value can be tracked and traded on a blockchain network, reducing risk and cutting costs for all involved</a:t>
            </a:r>
          </a:p>
        </p:txBody>
      </p:sp>
    </p:spTree>
    <p:extLst>
      <p:ext uri="{BB962C8B-B14F-4D97-AF65-F5344CB8AC3E}">
        <p14:creationId xmlns:p14="http://schemas.microsoft.com/office/powerpoint/2010/main" val="34977158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F61D753-B49B-4B37-A990-D61E98AEF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/>
          <a:lstStyle/>
          <a:p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What is Blockchain</a:t>
            </a:r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?</a:t>
            </a:r>
            <a:endParaRPr lang="en-US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2A1C80B0-3973-453C-BEE3-DA479CB8B41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71009481"/>
              </p:ext>
            </p:extLst>
          </p:nvPr>
        </p:nvGraphicFramePr>
        <p:xfrm>
          <a:off x="2434130" y="1173987"/>
          <a:ext cx="5033165" cy="279552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1168733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F61D753-B49B-4B37-A990-D61E98AEF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/>
          <a:lstStyle/>
          <a:p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What is Blockchain</a:t>
            </a:r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?</a:t>
            </a:r>
            <a:endParaRPr lang="en-US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D64C74D-78A7-4E76-A5BA-42F36F75F9B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4130" y="1290929"/>
            <a:ext cx="4877410" cy="256164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DF5F25D-1069-430B-99D0-1B8C9D7BD680}"/>
              </a:ext>
            </a:extLst>
          </p:cNvPr>
          <p:cNvSpPr txBox="1"/>
          <p:nvPr/>
        </p:nvSpPr>
        <p:spPr>
          <a:xfrm>
            <a:off x="6862575" y="3920348"/>
            <a:ext cx="8386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Ledger</a:t>
            </a:r>
          </a:p>
        </p:txBody>
      </p:sp>
    </p:spTree>
    <p:extLst>
      <p:ext uri="{BB962C8B-B14F-4D97-AF65-F5344CB8AC3E}">
        <p14:creationId xmlns:p14="http://schemas.microsoft.com/office/powerpoint/2010/main" val="26960211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Centralized vs distributed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E9B0FA3-B80C-40EC-859B-C31EAD1CD3B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942" b="32247"/>
          <a:stretch/>
        </p:blipFill>
        <p:spPr>
          <a:xfrm>
            <a:off x="1670605" y="2266340"/>
            <a:ext cx="5497379" cy="198516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AB05CAE-A0CD-4371-B577-D72141B00272}"/>
              </a:ext>
            </a:extLst>
          </p:cNvPr>
          <p:cNvSpPr txBox="1"/>
          <p:nvPr/>
        </p:nvSpPr>
        <p:spPr>
          <a:xfrm>
            <a:off x="2281425" y="4251505"/>
            <a:ext cx="101341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Centralized</a:t>
            </a:r>
            <a:endParaRPr lang="en-US" sz="1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726B6E8-BB79-4D4A-A79B-05B31C343047}"/>
              </a:ext>
            </a:extLst>
          </p:cNvPr>
          <p:cNvSpPr txBox="1"/>
          <p:nvPr/>
        </p:nvSpPr>
        <p:spPr>
          <a:xfrm>
            <a:off x="5182820" y="4251504"/>
            <a:ext cx="99257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Distributed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5077449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525316" y="281175"/>
            <a:ext cx="8322423" cy="763525"/>
          </a:xfrm>
        </p:spPr>
        <p:txBody>
          <a:bodyPr>
            <a:noAutofit/>
          </a:bodyPr>
          <a:lstStyle/>
          <a:p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Centralized vs 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distributed</a:t>
            </a: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ledger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1E427A02-63A1-4659-8188-91A14511777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79137" y="1974850"/>
            <a:ext cx="2155063" cy="2276475"/>
          </a:xfrm>
        </p:spPr>
      </p:pic>
      <p:pic>
        <p:nvPicPr>
          <p:cNvPr id="14" name="Content Placeholder 13">
            <a:extLst>
              <a:ext uri="{FF2B5EF4-FFF2-40B4-BE49-F238E27FC236}">
                <a16:creationId xmlns:a16="http://schemas.microsoft.com/office/drawing/2014/main" id="{E7A0B53F-14BF-4954-96E4-0205B2093CC8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34677" y="1974850"/>
            <a:ext cx="1916420" cy="2276475"/>
          </a:xfr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A01F8EC6-7324-4D16-B8CC-2ED442EB6DE7}"/>
              </a:ext>
            </a:extLst>
          </p:cNvPr>
          <p:cNvSpPr txBox="1"/>
          <p:nvPr/>
        </p:nvSpPr>
        <p:spPr>
          <a:xfrm>
            <a:off x="1797541" y="4245693"/>
            <a:ext cx="15071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Centralized ledger</a:t>
            </a:r>
            <a:endParaRPr lang="en-US" sz="14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8FA4ADB-9B81-4209-9A9E-EB5A38AB0190}"/>
              </a:ext>
            </a:extLst>
          </p:cNvPr>
          <p:cNvSpPr txBox="1"/>
          <p:nvPr/>
        </p:nvSpPr>
        <p:spPr>
          <a:xfrm>
            <a:off x="5839315" y="4245693"/>
            <a:ext cx="148630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Distributed ledger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1981966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F61D753-B49B-4B37-A990-D61E98AEF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Why Decentralization Matters?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4B46A98-3982-4438-9025-8A8A2EF685C4}"/>
              </a:ext>
            </a:extLst>
          </p:cNvPr>
          <p:cNvSpPr txBox="1"/>
          <p:nvPr/>
        </p:nvSpPr>
        <p:spPr>
          <a:xfrm>
            <a:off x="2434130" y="1417588"/>
            <a:ext cx="574606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Single point of failure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Control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Prone to political pressure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Cost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Bureaucratic leadership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Remote control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Delays in work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Distrust</a:t>
            </a:r>
          </a:p>
        </p:txBody>
      </p:sp>
    </p:spTree>
    <p:extLst>
      <p:ext uri="{BB962C8B-B14F-4D97-AF65-F5344CB8AC3E}">
        <p14:creationId xmlns:p14="http://schemas.microsoft.com/office/powerpoint/2010/main" val="2310587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F61D753-B49B-4B37-A990-D61E98AEF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Cryptocurrency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4B46A98-3982-4438-9025-8A8A2EF685C4}"/>
              </a:ext>
            </a:extLst>
          </p:cNvPr>
          <p:cNvSpPr txBox="1"/>
          <p:nvPr/>
        </p:nvSpPr>
        <p:spPr>
          <a:xfrm>
            <a:off x="2374094" y="1556087"/>
            <a:ext cx="2503316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Bitcoin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Ethereum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XRP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Bitcoin Cash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Litecoin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EOS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IOTA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 about 2200 more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F2592F5-6718-4B8F-A23D-F7F22752E7E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77410" y="1655520"/>
            <a:ext cx="3058194" cy="1828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750601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F61D753-B49B-4B37-A990-D61E98AEF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Birth of Bitcoin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4F75114-C33C-4906-9FA9-01CA55CE6CB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91877" y="1102419"/>
            <a:ext cx="4892162" cy="29386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83321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F61D753-B49B-4B37-A990-D61E98AEF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Applications</a:t>
            </a:r>
          </a:p>
        </p:txBody>
      </p:sp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729471EF-9644-4F88-97E9-197CF15104D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82141929"/>
              </p:ext>
            </p:extLst>
          </p:nvPr>
        </p:nvGraphicFramePr>
        <p:xfrm>
          <a:off x="2434130" y="1044700"/>
          <a:ext cx="5039265" cy="335951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55359828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525316" y="281175"/>
            <a:ext cx="8322423" cy="763525"/>
          </a:xfrm>
        </p:spPr>
        <p:txBody>
          <a:bodyPr>
            <a:no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Starbucks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F0029C56-E7E2-4D2A-910D-EF20C975B1ED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85531" y="1974850"/>
            <a:ext cx="3414712" cy="2276475"/>
          </a:xfrm>
        </p:spPr>
      </p:pic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5A711F3-1666-4553-BDB3-DABBA4A6FE2E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62500" lnSpcReduction="20000"/>
          </a:bodyPr>
          <a:lstStyle/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With the partnership, Microsoft’s blockchain service will record all changes along the journey of the coffee on a shared ledger, providing participants with a “more complete view” of the supply chain.</a:t>
            </a:r>
          </a:p>
          <a:p>
            <a:pPr marL="0" indent="0" algn="just">
              <a:buNone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Starbucks will use all that information to bring a new feature to its mobile app, giving consumers details on where the coffee was sourced and roasted, as well as on tasting notes.</a:t>
            </a:r>
          </a:p>
          <a:p>
            <a:pPr marL="0" indent="0" algn="just">
              <a:buNone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1029084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525316" y="281175"/>
            <a:ext cx="8322423" cy="763525"/>
          </a:xfrm>
        </p:spPr>
        <p:txBody>
          <a:bodyPr>
            <a:noAutofit/>
          </a:bodyPr>
          <a:lstStyle/>
          <a:p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Decentralized identity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5A711F3-1666-4553-BDB3-DABBA4A6FE2E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 algn="justLow">
              <a:buNone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Microsoft is launching the first decentralized infrastructure implementation by a major tech company that is built directly on the bitcoin blockchain.</a:t>
            </a:r>
          </a:p>
          <a:p>
            <a:pPr marL="0" indent="0" algn="justLow">
              <a:buNone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open source project, called 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Ion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deals with the underlying mechanics of how networks talk to each other. 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EDBF0875-1CEE-4979-8B60-D09E1BC3ABD6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59400" y="2189162"/>
            <a:ext cx="2466975" cy="1847850"/>
          </a:xfr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35CE5F5-BE69-4592-8A48-A1B47B1ECBA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09464" y="4251505"/>
            <a:ext cx="1438275" cy="828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955974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525316" y="281175"/>
            <a:ext cx="8322423" cy="763525"/>
          </a:xfrm>
        </p:spPr>
        <p:txBody>
          <a:bodyPr>
            <a:noAutofit/>
          </a:bodyPr>
          <a:lstStyle/>
          <a:p>
            <a:r>
              <a:rPr lang="en-US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CryptoKitties</a:t>
            </a:r>
            <a:endParaRPr lang="en-US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CFB37F4-FFDD-4461-B1A8-D91C45978C3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49779" y="1808225"/>
            <a:ext cx="5844441" cy="3039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813951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525316" y="281175"/>
            <a:ext cx="8322423" cy="763525"/>
          </a:xfrm>
        </p:spPr>
        <p:txBody>
          <a:bodyPr>
            <a:no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Elections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5A711F3-1666-4553-BDB3-DABBA4A6FE2E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 algn="just">
              <a:buNone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Denver, Colorado, announced Thursday that it would implement a pilot program to allow overseas voters, active-duty military personnel and their eligible dependents to vote using a blockchain-based smartphone app in collaboration with Tusk Philanthropies and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Voatz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523278A1-3665-48BB-95AB-9C39C7338FF8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82247" y="2457767"/>
            <a:ext cx="2621280" cy="1310640"/>
          </a:xfrm>
        </p:spPr>
      </p:pic>
    </p:spTree>
    <p:extLst>
      <p:ext uri="{BB962C8B-B14F-4D97-AF65-F5344CB8AC3E}">
        <p14:creationId xmlns:p14="http://schemas.microsoft.com/office/powerpoint/2010/main" val="151551165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338</Words>
  <Application>Microsoft Office PowerPoint</Application>
  <PresentationFormat>On-screen Show (16:9)</PresentationFormat>
  <Paragraphs>83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Arial</vt:lpstr>
      <vt:lpstr>Calibri</vt:lpstr>
      <vt:lpstr>Times New Roman</vt:lpstr>
      <vt:lpstr>Office Theme</vt:lpstr>
      <vt:lpstr>Blockchain 101</vt:lpstr>
      <vt:lpstr>Abstract</vt:lpstr>
      <vt:lpstr>Why should I care?</vt:lpstr>
      <vt:lpstr>What is Blockchain?</vt:lpstr>
      <vt:lpstr>What is Blockchain?</vt:lpstr>
      <vt:lpstr>What is Blockchain?</vt:lpstr>
      <vt:lpstr> Centralized vs distributed </vt:lpstr>
      <vt:lpstr>    Centralized vs distributed ledger </vt:lpstr>
      <vt:lpstr>Why Decentralization Matters?</vt:lpstr>
      <vt:lpstr>Cryptocurrency</vt:lpstr>
      <vt:lpstr>Birth of Bitcoin</vt:lpstr>
      <vt:lpstr>Applications</vt:lpstr>
      <vt:lpstr>Starbucks</vt:lpstr>
      <vt:lpstr>Decentralized identity</vt:lpstr>
      <vt:lpstr>CryptoKitties</vt:lpstr>
      <vt:lpstr>Elections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cp:lastModifiedBy/>
  <cp:revision>1</cp:revision>
  <dcterms:created xsi:type="dcterms:W3CDTF">2017-08-01T15:40:51Z</dcterms:created>
  <dcterms:modified xsi:type="dcterms:W3CDTF">2019-05-25T01:28:13Z</dcterms:modified>
</cp:coreProperties>
</file>