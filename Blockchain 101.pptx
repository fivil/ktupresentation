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>
  <p:sldMasterIdLst>
    <p:sldMasterId id="2147483648" r:id="rId1"/>
  </p:sldMasterIdLst>
  <p:notesMasterIdLst>
    <p:notesMasterId r:id="rId12"/>
  </p:notesMasterIdLst>
  <p:sldIdLst>
    <p:sldId id="256" r:id="rId2"/>
    <p:sldId id="258" r:id="rId3"/>
    <p:sldId id="259" r:id="rId4"/>
    <p:sldId id="260" r:id="rId5"/>
    <p:sldId id="261" r:id="rId6"/>
    <p:sldId id="263" r:id="rId7"/>
    <p:sldId id="264" r:id="rId8"/>
    <p:sldId id="262" r:id="rId9"/>
    <p:sldId id="265" r:id="rId10"/>
    <p:sldId id="266" r:id="rId11"/>
  </p:sldIdLst>
  <p:sldSz cx="9144000" cy="5143500" type="screen16x9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5ADEE"/>
    <a:srgbClr val="3399DB"/>
    <a:srgbClr val="1100EA"/>
    <a:srgbClr val="252AFF"/>
    <a:srgbClr val="FF2549"/>
    <a:srgbClr val="1D3A00"/>
    <a:srgbClr val="007033"/>
    <a:srgbClr val="5EEC3C"/>
    <a:srgbClr val="990099"/>
    <a:srgbClr val="CC00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>
        <p:scale>
          <a:sx n="121" d="100"/>
          <a:sy n="121" d="100"/>
        </p:scale>
        <p:origin x="258" y="45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152705" cy="152705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356D004F-A3CA-4BDD-98ED-4D9DE9C4E769}" type="doc">
      <dgm:prSet loTypeId="urn:microsoft.com/office/officeart/2005/8/layout/hList1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EEDF9B81-55B8-4B62-915A-0E19AB2F6698}">
      <dgm:prSet phldrT="[Text]"/>
      <dgm:spPr/>
      <dgm:t>
        <a:bodyPr/>
        <a:lstStyle/>
        <a:p>
          <a:r>
            <a:rPr lang="en-US" dirty="0"/>
            <a:t>Blockchain is</a:t>
          </a:r>
        </a:p>
      </dgm:t>
    </dgm:pt>
    <dgm:pt modelId="{19960424-466B-40FC-BFE4-2806055E6520}" type="parTrans" cxnId="{AE9036D5-5133-4523-BF62-A2FA002C9F16}">
      <dgm:prSet/>
      <dgm:spPr/>
      <dgm:t>
        <a:bodyPr/>
        <a:lstStyle/>
        <a:p>
          <a:endParaRPr lang="en-US"/>
        </a:p>
      </dgm:t>
    </dgm:pt>
    <dgm:pt modelId="{0D5F0F40-4BE5-45EE-B38A-7D9D34023BFA}" type="sibTrans" cxnId="{AE9036D5-5133-4523-BF62-A2FA002C9F16}">
      <dgm:prSet/>
      <dgm:spPr/>
      <dgm:t>
        <a:bodyPr/>
        <a:lstStyle/>
        <a:p>
          <a:endParaRPr lang="en-US"/>
        </a:p>
      </dgm:t>
    </dgm:pt>
    <dgm:pt modelId="{1F3C79A8-2FF6-4E36-821E-18155A733A4F}">
      <dgm:prSet phldrT="[Text]"/>
      <dgm:spPr/>
      <dgm:t>
        <a:bodyPr/>
        <a:lstStyle/>
        <a:p>
          <a:r>
            <a:rPr lang="en-US" dirty="0"/>
            <a:t>Distributed</a:t>
          </a:r>
        </a:p>
      </dgm:t>
    </dgm:pt>
    <dgm:pt modelId="{F2042999-DE4D-45BC-9E35-1E7748A99262}" type="parTrans" cxnId="{22F46E15-471F-4C7B-83AA-DA25B88B4901}">
      <dgm:prSet/>
      <dgm:spPr/>
      <dgm:t>
        <a:bodyPr/>
        <a:lstStyle/>
        <a:p>
          <a:endParaRPr lang="en-US"/>
        </a:p>
      </dgm:t>
    </dgm:pt>
    <dgm:pt modelId="{CF3506CF-3DF9-482F-9965-181EBCDB3C3D}" type="sibTrans" cxnId="{22F46E15-471F-4C7B-83AA-DA25B88B4901}">
      <dgm:prSet/>
      <dgm:spPr/>
      <dgm:t>
        <a:bodyPr/>
        <a:lstStyle/>
        <a:p>
          <a:endParaRPr lang="en-US"/>
        </a:p>
      </dgm:t>
    </dgm:pt>
    <dgm:pt modelId="{CA01D07A-72BE-4177-AA94-1098FC84B67F}">
      <dgm:prSet phldrT="[Text]"/>
      <dgm:spPr/>
      <dgm:t>
        <a:bodyPr/>
        <a:lstStyle/>
        <a:p>
          <a:r>
            <a:rPr lang="en-US" dirty="0"/>
            <a:t>Ledger</a:t>
          </a:r>
        </a:p>
      </dgm:t>
    </dgm:pt>
    <dgm:pt modelId="{9D243203-04A1-421F-9813-B06C990E6225}" type="parTrans" cxnId="{96422A67-5F43-4FCA-A668-CCAD92FF9667}">
      <dgm:prSet/>
      <dgm:spPr/>
      <dgm:t>
        <a:bodyPr/>
        <a:lstStyle/>
        <a:p>
          <a:endParaRPr lang="en-US"/>
        </a:p>
      </dgm:t>
    </dgm:pt>
    <dgm:pt modelId="{5ABAEDCB-E9C0-46FF-982A-15A7F33CE1A3}" type="sibTrans" cxnId="{96422A67-5F43-4FCA-A668-CCAD92FF9667}">
      <dgm:prSet/>
      <dgm:spPr/>
      <dgm:t>
        <a:bodyPr/>
        <a:lstStyle/>
        <a:p>
          <a:endParaRPr lang="en-US"/>
        </a:p>
      </dgm:t>
    </dgm:pt>
    <dgm:pt modelId="{726CF531-C850-4BC4-AA89-6984CF57DC76}">
      <dgm:prSet phldrT="[Text]"/>
      <dgm:spPr/>
      <dgm:t>
        <a:bodyPr/>
        <a:lstStyle/>
        <a:p>
          <a:r>
            <a:rPr lang="en-US" dirty="0"/>
            <a:t>Blockchain is </a:t>
          </a:r>
          <a:r>
            <a:rPr lang="en-US" b="1" dirty="0"/>
            <a:t>NOT</a:t>
          </a:r>
        </a:p>
      </dgm:t>
    </dgm:pt>
    <dgm:pt modelId="{266B1EE4-8CAE-4274-AA89-FD9AE9BBDB67}" type="parTrans" cxnId="{47DB6088-AFC5-42C8-9898-EED187DAB9A9}">
      <dgm:prSet/>
      <dgm:spPr/>
      <dgm:t>
        <a:bodyPr/>
        <a:lstStyle/>
        <a:p>
          <a:endParaRPr lang="en-US"/>
        </a:p>
      </dgm:t>
    </dgm:pt>
    <dgm:pt modelId="{E9A6207E-7D38-4380-AD93-D52D82BAB5FA}" type="sibTrans" cxnId="{47DB6088-AFC5-42C8-9898-EED187DAB9A9}">
      <dgm:prSet/>
      <dgm:spPr/>
      <dgm:t>
        <a:bodyPr/>
        <a:lstStyle/>
        <a:p>
          <a:endParaRPr lang="en-US"/>
        </a:p>
      </dgm:t>
    </dgm:pt>
    <dgm:pt modelId="{4FAFD3DD-5448-445F-9619-FD639C9F32B8}">
      <dgm:prSet phldrT="[Text]"/>
      <dgm:spPr/>
      <dgm:t>
        <a:bodyPr/>
        <a:lstStyle/>
        <a:p>
          <a:r>
            <a:rPr lang="en-US" dirty="0"/>
            <a:t>Bitcoin</a:t>
          </a:r>
        </a:p>
      </dgm:t>
    </dgm:pt>
    <dgm:pt modelId="{1AF7C16F-68DE-48B4-A4FF-22BE161B2B4C}" type="parTrans" cxnId="{CDC63C0C-CAFD-461A-BF5C-7CFAE9F4742B}">
      <dgm:prSet/>
      <dgm:spPr/>
      <dgm:t>
        <a:bodyPr/>
        <a:lstStyle/>
        <a:p>
          <a:endParaRPr lang="en-US"/>
        </a:p>
      </dgm:t>
    </dgm:pt>
    <dgm:pt modelId="{B9FA6FF0-3463-43D6-A75D-D2DEC10091F0}" type="sibTrans" cxnId="{CDC63C0C-CAFD-461A-BF5C-7CFAE9F4742B}">
      <dgm:prSet/>
      <dgm:spPr/>
      <dgm:t>
        <a:bodyPr/>
        <a:lstStyle/>
        <a:p>
          <a:endParaRPr lang="en-US"/>
        </a:p>
      </dgm:t>
    </dgm:pt>
    <dgm:pt modelId="{F30A1290-5D5F-4905-8A36-0211D7EEF903}">
      <dgm:prSet phldrT="[Text]"/>
      <dgm:spPr/>
      <dgm:t>
        <a:bodyPr/>
        <a:lstStyle/>
        <a:p>
          <a:r>
            <a:rPr lang="en-US" dirty="0"/>
            <a:t>Money</a:t>
          </a:r>
        </a:p>
      </dgm:t>
    </dgm:pt>
    <dgm:pt modelId="{2EB81B92-C783-48F8-87E9-D63E3461DD7A}" type="parTrans" cxnId="{5ADE28CD-722B-44FD-8F4B-0AAAD7271AE5}">
      <dgm:prSet/>
      <dgm:spPr/>
      <dgm:t>
        <a:bodyPr/>
        <a:lstStyle/>
        <a:p>
          <a:endParaRPr lang="en-US"/>
        </a:p>
      </dgm:t>
    </dgm:pt>
    <dgm:pt modelId="{EAF0961E-7526-4182-B120-FBA331E76939}" type="sibTrans" cxnId="{5ADE28CD-722B-44FD-8F4B-0AAAD7271AE5}">
      <dgm:prSet/>
      <dgm:spPr/>
      <dgm:t>
        <a:bodyPr/>
        <a:lstStyle/>
        <a:p>
          <a:endParaRPr lang="en-US"/>
        </a:p>
      </dgm:t>
    </dgm:pt>
    <dgm:pt modelId="{59219A60-0B7E-4672-83E3-8624357915D8}">
      <dgm:prSet phldrT="[Text]"/>
      <dgm:spPr/>
      <dgm:t>
        <a:bodyPr/>
        <a:lstStyle/>
        <a:p>
          <a:r>
            <a:rPr lang="en-US" dirty="0"/>
            <a:t>P2P</a:t>
          </a:r>
        </a:p>
      </dgm:t>
    </dgm:pt>
    <dgm:pt modelId="{B877420E-88D9-4A00-BC6C-B041061C69EA}" type="parTrans" cxnId="{6DD1B439-3B2E-4C0B-953C-DF8D0783EC2B}">
      <dgm:prSet/>
      <dgm:spPr/>
      <dgm:t>
        <a:bodyPr/>
        <a:lstStyle/>
        <a:p>
          <a:endParaRPr lang="en-US"/>
        </a:p>
      </dgm:t>
    </dgm:pt>
    <dgm:pt modelId="{780D4793-EA5B-450D-9C53-2C41371CB165}" type="sibTrans" cxnId="{6DD1B439-3B2E-4C0B-953C-DF8D0783EC2B}">
      <dgm:prSet/>
      <dgm:spPr/>
      <dgm:t>
        <a:bodyPr/>
        <a:lstStyle/>
        <a:p>
          <a:endParaRPr lang="en-US"/>
        </a:p>
      </dgm:t>
    </dgm:pt>
    <dgm:pt modelId="{A2709171-A55D-4FCF-9B5E-4378FB70D62C}">
      <dgm:prSet phldrT="[Text]"/>
      <dgm:spPr/>
      <dgm:t>
        <a:bodyPr/>
        <a:lstStyle/>
        <a:p>
          <a:r>
            <a:rPr lang="en-US" dirty="0"/>
            <a:t>Immutable</a:t>
          </a:r>
        </a:p>
      </dgm:t>
    </dgm:pt>
    <dgm:pt modelId="{826A521C-532A-426A-9440-C95329A9BC80}" type="parTrans" cxnId="{FDF8FF23-EDEB-407B-B37A-78F8F2E843D7}">
      <dgm:prSet/>
      <dgm:spPr/>
      <dgm:t>
        <a:bodyPr/>
        <a:lstStyle/>
        <a:p>
          <a:endParaRPr lang="en-US"/>
        </a:p>
      </dgm:t>
    </dgm:pt>
    <dgm:pt modelId="{B670A778-3229-44A9-9ECC-512BE70D2B7C}" type="sibTrans" cxnId="{FDF8FF23-EDEB-407B-B37A-78F8F2E843D7}">
      <dgm:prSet/>
      <dgm:spPr/>
      <dgm:t>
        <a:bodyPr/>
        <a:lstStyle/>
        <a:p>
          <a:endParaRPr lang="en-US"/>
        </a:p>
      </dgm:t>
    </dgm:pt>
    <dgm:pt modelId="{51E9E8D2-8B11-4041-B096-6C50EA38F90D}">
      <dgm:prSet phldrT="[Text]"/>
      <dgm:spPr/>
      <dgm:t>
        <a:bodyPr/>
        <a:lstStyle/>
        <a:p>
          <a:r>
            <a:rPr lang="en-US" dirty="0"/>
            <a:t>Mastercard</a:t>
          </a:r>
        </a:p>
      </dgm:t>
    </dgm:pt>
    <dgm:pt modelId="{108237E3-E124-46E7-B43D-6655B4559535}" type="parTrans" cxnId="{D134C50C-8776-40D1-BF47-CB6EFC265858}">
      <dgm:prSet/>
      <dgm:spPr/>
      <dgm:t>
        <a:bodyPr/>
        <a:lstStyle/>
        <a:p>
          <a:endParaRPr lang="en-US"/>
        </a:p>
      </dgm:t>
    </dgm:pt>
    <dgm:pt modelId="{D6AFE53A-5A28-4671-9897-639953457634}" type="sibTrans" cxnId="{D134C50C-8776-40D1-BF47-CB6EFC265858}">
      <dgm:prSet/>
      <dgm:spPr/>
      <dgm:t>
        <a:bodyPr/>
        <a:lstStyle/>
        <a:p>
          <a:endParaRPr lang="en-US"/>
        </a:p>
      </dgm:t>
    </dgm:pt>
    <dgm:pt modelId="{802292E4-D058-46D5-97B2-CE595A49CB8C}">
      <dgm:prSet phldrT="[Text]"/>
      <dgm:spPr/>
      <dgm:t>
        <a:bodyPr/>
        <a:lstStyle/>
        <a:p>
          <a:r>
            <a:rPr lang="en-US" dirty="0"/>
            <a:t>A Messenger</a:t>
          </a:r>
        </a:p>
      </dgm:t>
    </dgm:pt>
    <dgm:pt modelId="{BB4B96FC-22E0-4116-86E4-DFCF0C670CFE}" type="parTrans" cxnId="{DE40FB6F-FC16-4115-8E8C-266D28FEAFFD}">
      <dgm:prSet/>
      <dgm:spPr/>
      <dgm:t>
        <a:bodyPr/>
        <a:lstStyle/>
        <a:p>
          <a:endParaRPr lang="en-US"/>
        </a:p>
      </dgm:t>
    </dgm:pt>
    <dgm:pt modelId="{0E19963E-F6FB-469E-ADE0-CBD97360346B}" type="sibTrans" cxnId="{DE40FB6F-FC16-4115-8E8C-266D28FEAFFD}">
      <dgm:prSet/>
      <dgm:spPr/>
      <dgm:t>
        <a:bodyPr/>
        <a:lstStyle/>
        <a:p>
          <a:endParaRPr lang="en-US"/>
        </a:p>
      </dgm:t>
    </dgm:pt>
    <dgm:pt modelId="{7B1454CB-8E30-46D8-A490-F647D770A362}">
      <dgm:prSet phldrT="[Text]"/>
      <dgm:spPr/>
      <dgm:t>
        <a:bodyPr/>
        <a:lstStyle/>
        <a:p>
          <a:r>
            <a:rPr lang="en-US" dirty="0"/>
            <a:t>A Database</a:t>
          </a:r>
        </a:p>
      </dgm:t>
    </dgm:pt>
    <dgm:pt modelId="{BA5084CF-6292-43BF-BB45-D559AC383EB1}" type="parTrans" cxnId="{CC70BDAA-5A26-4B6A-B54D-2CDE7FE350B3}">
      <dgm:prSet/>
      <dgm:spPr/>
      <dgm:t>
        <a:bodyPr/>
        <a:lstStyle/>
        <a:p>
          <a:endParaRPr lang="en-US"/>
        </a:p>
      </dgm:t>
    </dgm:pt>
    <dgm:pt modelId="{54069918-1D52-4069-B031-CB6EFC2F7CBC}" type="sibTrans" cxnId="{CC70BDAA-5A26-4B6A-B54D-2CDE7FE350B3}">
      <dgm:prSet/>
      <dgm:spPr/>
      <dgm:t>
        <a:bodyPr/>
        <a:lstStyle/>
        <a:p>
          <a:endParaRPr lang="en-US"/>
        </a:p>
      </dgm:t>
    </dgm:pt>
    <dgm:pt modelId="{52CA4C8A-550B-4F02-8116-F9B57D61D46B}" type="pres">
      <dgm:prSet presAssocID="{356D004F-A3CA-4BDD-98ED-4D9DE9C4E769}" presName="Name0" presStyleCnt="0">
        <dgm:presLayoutVars>
          <dgm:dir/>
          <dgm:animLvl val="lvl"/>
          <dgm:resizeHandles val="exact"/>
        </dgm:presLayoutVars>
      </dgm:prSet>
      <dgm:spPr/>
    </dgm:pt>
    <dgm:pt modelId="{058B37FE-24FF-474A-8E34-230C6157B812}" type="pres">
      <dgm:prSet presAssocID="{EEDF9B81-55B8-4B62-915A-0E19AB2F6698}" presName="composite" presStyleCnt="0"/>
      <dgm:spPr/>
    </dgm:pt>
    <dgm:pt modelId="{67890CEF-FAA2-4393-A5EA-8FF46EBF9B3A}" type="pres">
      <dgm:prSet presAssocID="{EEDF9B81-55B8-4B62-915A-0E19AB2F6698}" presName="parTx" presStyleLbl="alignNode1" presStyleIdx="0" presStyleCnt="2">
        <dgm:presLayoutVars>
          <dgm:chMax val="0"/>
          <dgm:chPref val="0"/>
          <dgm:bulletEnabled val="1"/>
        </dgm:presLayoutVars>
      </dgm:prSet>
      <dgm:spPr/>
    </dgm:pt>
    <dgm:pt modelId="{28F4C583-B99D-4166-BFBC-D68085F66483}" type="pres">
      <dgm:prSet presAssocID="{EEDF9B81-55B8-4B62-915A-0E19AB2F6698}" presName="desTx" presStyleLbl="alignAccFollowNode1" presStyleIdx="0" presStyleCnt="2">
        <dgm:presLayoutVars>
          <dgm:bulletEnabled val="1"/>
        </dgm:presLayoutVars>
      </dgm:prSet>
      <dgm:spPr/>
    </dgm:pt>
    <dgm:pt modelId="{8AB2C044-F0C8-4F3D-A8A3-52FC641CEEC7}" type="pres">
      <dgm:prSet presAssocID="{0D5F0F40-4BE5-45EE-B38A-7D9D34023BFA}" presName="space" presStyleCnt="0"/>
      <dgm:spPr/>
    </dgm:pt>
    <dgm:pt modelId="{121C02E7-BBA8-435E-87CD-443E47951A2A}" type="pres">
      <dgm:prSet presAssocID="{726CF531-C850-4BC4-AA89-6984CF57DC76}" presName="composite" presStyleCnt="0"/>
      <dgm:spPr/>
    </dgm:pt>
    <dgm:pt modelId="{9B0FB4A8-2813-4B30-837A-AE72A70010BA}" type="pres">
      <dgm:prSet presAssocID="{726CF531-C850-4BC4-AA89-6984CF57DC76}" presName="parTx" presStyleLbl="alignNode1" presStyleIdx="1" presStyleCnt="2">
        <dgm:presLayoutVars>
          <dgm:chMax val="0"/>
          <dgm:chPref val="0"/>
          <dgm:bulletEnabled val="1"/>
        </dgm:presLayoutVars>
      </dgm:prSet>
      <dgm:spPr/>
    </dgm:pt>
    <dgm:pt modelId="{5AB863F8-DED0-4A61-82BF-E4F222977382}" type="pres">
      <dgm:prSet presAssocID="{726CF531-C850-4BC4-AA89-6984CF57DC76}" presName="desTx" presStyleLbl="alignAccFollowNode1" presStyleIdx="1" presStyleCnt="2">
        <dgm:presLayoutVars>
          <dgm:bulletEnabled val="1"/>
        </dgm:presLayoutVars>
      </dgm:prSet>
      <dgm:spPr/>
    </dgm:pt>
  </dgm:ptLst>
  <dgm:cxnLst>
    <dgm:cxn modelId="{CDC63C0C-CAFD-461A-BF5C-7CFAE9F4742B}" srcId="{726CF531-C850-4BC4-AA89-6984CF57DC76}" destId="{4FAFD3DD-5448-445F-9619-FD639C9F32B8}" srcOrd="0" destOrd="0" parTransId="{1AF7C16F-68DE-48B4-A4FF-22BE161B2B4C}" sibTransId="{B9FA6FF0-3463-43D6-A75D-D2DEC10091F0}"/>
    <dgm:cxn modelId="{C891900C-A957-497A-9A27-B44173ABE760}" type="presOf" srcId="{CA01D07A-72BE-4177-AA94-1098FC84B67F}" destId="{28F4C583-B99D-4166-BFBC-D68085F66483}" srcOrd="0" destOrd="1" presId="urn:microsoft.com/office/officeart/2005/8/layout/hList1"/>
    <dgm:cxn modelId="{D134C50C-8776-40D1-BF47-CB6EFC265858}" srcId="{726CF531-C850-4BC4-AA89-6984CF57DC76}" destId="{51E9E8D2-8B11-4041-B096-6C50EA38F90D}" srcOrd="2" destOrd="0" parTransId="{108237E3-E124-46E7-B43D-6655B4559535}" sibTransId="{D6AFE53A-5A28-4671-9897-639953457634}"/>
    <dgm:cxn modelId="{100C590E-E404-472C-9592-FE8A9EF028F0}" type="presOf" srcId="{356D004F-A3CA-4BDD-98ED-4D9DE9C4E769}" destId="{52CA4C8A-550B-4F02-8116-F9B57D61D46B}" srcOrd="0" destOrd="0" presId="urn:microsoft.com/office/officeart/2005/8/layout/hList1"/>
    <dgm:cxn modelId="{22F46E15-471F-4C7B-83AA-DA25B88B4901}" srcId="{EEDF9B81-55B8-4B62-915A-0E19AB2F6698}" destId="{1F3C79A8-2FF6-4E36-821E-18155A733A4F}" srcOrd="0" destOrd="0" parTransId="{F2042999-DE4D-45BC-9E35-1E7748A99262}" sibTransId="{CF3506CF-3DF9-482F-9965-181EBCDB3C3D}"/>
    <dgm:cxn modelId="{FDF8FF23-EDEB-407B-B37A-78F8F2E843D7}" srcId="{EEDF9B81-55B8-4B62-915A-0E19AB2F6698}" destId="{A2709171-A55D-4FCF-9B5E-4378FB70D62C}" srcOrd="3" destOrd="0" parTransId="{826A521C-532A-426A-9440-C95329A9BC80}" sibTransId="{B670A778-3229-44A9-9ECC-512BE70D2B7C}"/>
    <dgm:cxn modelId="{7E395C2F-02DC-4F20-B134-87DF67A31662}" type="presOf" srcId="{802292E4-D058-46D5-97B2-CE595A49CB8C}" destId="{5AB863F8-DED0-4A61-82BF-E4F222977382}" srcOrd="0" destOrd="3" presId="urn:microsoft.com/office/officeart/2005/8/layout/hList1"/>
    <dgm:cxn modelId="{44189D30-AEA0-4F1C-843B-986CFFAF6C2D}" type="presOf" srcId="{A2709171-A55D-4FCF-9B5E-4378FB70D62C}" destId="{28F4C583-B99D-4166-BFBC-D68085F66483}" srcOrd="0" destOrd="3" presId="urn:microsoft.com/office/officeart/2005/8/layout/hList1"/>
    <dgm:cxn modelId="{6DD1B439-3B2E-4C0B-953C-DF8D0783EC2B}" srcId="{EEDF9B81-55B8-4B62-915A-0E19AB2F6698}" destId="{59219A60-0B7E-4672-83E3-8624357915D8}" srcOrd="2" destOrd="0" parTransId="{B877420E-88D9-4A00-BC6C-B041061C69EA}" sibTransId="{780D4793-EA5B-450D-9C53-2C41371CB165}"/>
    <dgm:cxn modelId="{96422A67-5F43-4FCA-A668-CCAD92FF9667}" srcId="{EEDF9B81-55B8-4B62-915A-0E19AB2F6698}" destId="{CA01D07A-72BE-4177-AA94-1098FC84B67F}" srcOrd="1" destOrd="0" parTransId="{9D243203-04A1-421F-9813-B06C990E6225}" sibTransId="{5ABAEDCB-E9C0-46FF-982A-15A7F33CE1A3}"/>
    <dgm:cxn modelId="{DE40FB6F-FC16-4115-8E8C-266D28FEAFFD}" srcId="{726CF531-C850-4BC4-AA89-6984CF57DC76}" destId="{802292E4-D058-46D5-97B2-CE595A49CB8C}" srcOrd="3" destOrd="0" parTransId="{BB4B96FC-22E0-4116-86E4-DFCF0C670CFE}" sibTransId="{0E19963E-F6FB-469E-ADE0-CBD97360346B}"/>
    <dgm:cxn modelId="{F7A2DE72-6544-4EEA-ACE8-8ACECF7EF27F}" type="presOf" srcId="{1F3C79A8-2FF6-4E36-821E-18155A733A4F}" destId="{28F4C583-B99D-4166-BFBC-D68085F66483}" srcOrd="0" destOrd="0" presId="urn:microsoft.com/office/officeart/2005/8/layout/hList1"/>
    <dgm:cxn modelId="{0431D954-34A6-42B8-BF02-25362060B438}" type="presOf" srcId="{F30A1290-5D5F-4905-8A36-0211D7EEF903}" destId="{5AB863F8-DED0-4A61-82BF-E4F222977382}" srcOrd="0" destOrd="1" presId="urn:microsoft.com/office/officeart/2005/8/layout/hList1"/>
    <dgm:cxn modelId="{E85AD783-D372-4C84-A501-2A11AF9E451D}" type="presOf" srcId="{726CF531-C850-4BC4-AA89-6984CF57DC76}" destId="{9B0FB4A8-2813-4B30-837A-AE72A70010BA}" srcOrd="0" destOrd="0" presId="urn:microsoft.com/office/officeart/2005/8/layout/hList1"/>
    <dgm:cxn modelId="{56326B84-DD92-4B58-B30C-52CBB91FE8FF}" type="presOf" srcId="{51E9E8D2-8B11-4041-B096-6C50EA38F90D}" destId="{5AB863F8-DED0-4A61-82BF-E4F222977382}" srcOrd="0" destOrd="2" presId="urn:microsoft.com/office/officeart/2005/8/layout/hList1"/>
    <dgm:cxn modelId="{47DB6088-AFC5-42C8-9898-EED187DAB9A9}" srcId="{356D004F-A3CA-4BDD-98ED-4D9DE9C4E769}" destId="{726CF531-C850-4BC4-AA89-6984CF57DC76}" srcOrd="1" destOrd="0" parTransId="{266B1EE4-8CAE-4274-AA89-FD9AE9BBDB67}" sibTransId="{E9A6207E-7D38-4380-AD93-D52D82BAB5FA}"/>
    <dgm:cxn modelId="{CC70BDAA-5A26-4B6A-B54D-2CDE7FE350B3}" srcId="{726CF531-C850-4BC4-AA89-6984CF57DC76}" destId="{7B1454CB-8E30-46D8-A490-F647D770A362}" srcOrd="4" destOrd="0" parTransId="{BA5084CF-6292-43BF-BB45-D559AC383EB1}" sibTransId="{54069918-1D52-4069-B031-CB6EFC2F7CBC}"/>
    <dgm:cxn modelId="{E5C623C2-DC52-4584-B602-D306523378B1}" type="presOf" srcId="{4FAFD3DD-5448-445F-9619-FD639C9F32B8}" destId="{5AB863F8-DED0-4A61-82BF-E4F222977382}" srcOrd="0" destOrd="0" presId="urn:microsoft.com/office/officeart/2005/8/layout/hList1"/>
    <dgm:cxn modelId="{5ADE28CD-722B-44FD-8F4B-0AAAD7271AE5}" srcId="{726CF531-C850-4BC4-AA89-6984CF57DC76}" destId="{F30A1290-5D5F-4905-8A36-0211D7EEF903}" srcOrd="1" destOrd="0" parTransId="{2EB81B92-C783-48F8-87E9-D63E3461DD7A}" sibTransId="{EAF0961E-7526-4182-B120-FBA331E76939}"/>
    <dgm:cxn modelId="{AE9036D5-5133-4523-BF62-A2FA002C9F16}" srcId="{356D004F-A3CA-4BDD-98ED-4D9DE9C4E769}" destId="{EEDF9B81-55B8-4B62-915A-0E19AB2F6698}" srcOrd="0" destOrd="0" parTransId="{19960424-466B-40FC-BFE4-2806055E6520}" sibTransId="{0D5F0F40-4BE5-45EE-B38A-7D9D34023BFA}"/>
    <dgm:cxn modelId="{854B7FEA-90EF-47FB-BA4C-C67D49EF5B78}" type="presOf" srcId="{59219A60-0B7E-4672-83E3-8624357915D8}" destId="{28F4C583-B99D-4166-BFBC-D68085F66483}" srcOrd="0" destOrd="2" presId="urn:microsoft.com/office/officeart/2005/8/layout/hList1"/>
    <dgm:cxn modelId="{DE89FEFB-0CD5-440F-BD56-3277F708739A}" type="presOf" srcId="{EEDF9B81-55B8-4B62-915A-0E19AB2F6698}" destId="{67890CEF-FAA2-4393-A5EA-8FF46EBF9B3A}" srcOrd="0" destOrd="0" presId="urn:microsoft.com/office/officeart/2005/8/layout/hList1"/>
    <dgm:cxn modelId="{9671AAFF-6F22-4C56-A9EC-CAA0C16357CF}" type="presOf" srcId="{7B1454CB-8E30-46D8-A490-F647D770A362}" destId="{5AB863F8-DED0-4A61-82BF-E4F222977382}" srcOrd="0" destOrd="4" presId="urn:microsoft.com/office/officeart/2005/8/layout/hList1"/>
    <dgm:cxn modelId="{A7A4734E-690F-45F3-BC8D-F07F0EDEDB94}" type="presParOf" srcId="{52CA4C8A-550B-4F02-8116-F9B57D61D46B}" destId="{058B37FE-24FF-474A-8E34-230C6157B812}" srcOrd="0" destOrd="0" presId="urn:microsoft.com/office/officeart/2005/8/layout/hList1"/>
    <dgm:cxn modelId="{76AA4441-E723-4AFF-B667-1135AD97BEAA}" type="presParOf" srcId="{058B37FE-24FF-474A-8E34-230C6157B812}" destId="{67890CEF-FAA2-4393-A5EA-8FF46EBF9B3A}" srcOrd="0" destOrd="0" presId="urn:microsoft.com/office/officeart/2005/8/layout/hList1"/>
    <dgm:cxn modelId="{03B1A6B2-013A-4EE0-B7AE-A541B8A44F19}" type="presParOf" srcId="{058B37FE-24FF-474A-8E34-230C6157B812}" destId="{28F4C583-B99D-4166-BFBC-D68085F66483}" srcOrd="1" destOrd="0" presId="urn:microsoft.com/office/officeart/2005/8/layout/hList1"/>
    <dgm:cxn modelId="{FC3BDCC0-CC90-4951-B6BB-52BDB13908B1}" type="presParOf" srcId="{52CA4C8A-550B-4F02-8116-F9B57D61D46B}" destId="{8AB2C044-F0C8-4F3D-A8A3-52FC641CEEC7}" srcOrd="1" destOrd="0" presId="urn:microsoft.com/office/officeart/2005/8/layout/hList1"/>
    <dgm:cxn modelId="{5C8AD58A-8C5B-42FF-8159-4FA6CBADB229}" type="presParOf" srcId="{52CA4C8A-550B-4F02-8116-F9B57D61D46B}" destId="{121C02E7-BBA8-435E-87CD-443E47951A2A}" srcOrd="2" destOrd="0" presId="urn:microsoft.com/office/officeart/2005/8/layout/hList1"/>
    <dgm:cxn modelId="{09047FAF-6BFA-4D60-8CB8-BAE2A4695760}" type="presParOf" srcId="{121C02E7-BBA8-435E-87CD-443E47951A2A}" destId="{9B0FB4A8-2813-4B30-837A-AE72A70010BA}" srcOrd="0" destOrd="0" presId="urn:microsoft.com/office/officeart/2005/8/layout/hList1"/>
    <dgm:cxn modelId="{D8141BE9-015C-4D81-978C-605E2579D166}" type="presParOf" srcId="{121C02E7-BBA8-435E-87CD-443E47951A2A}" destId="{5AB863F8-DED0-4A61-82BF-E4F222977382}" srcOrd="1" destOrd="0" presId="urn:microsoft.com/office/officeart/2005/8/layout/h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7890CEF-FAA2-4393-A5EA-8FF46EBF9B3A}">
      <dsp:nvSpPr>
        <dsp:cNvPr id="0" name=""/>
        <dsp:cNvSpPr/>
      </dsp:nvSpPr>
      <dsp:spPr>
        <a:xfrm>
          <a:off x="24" y="50558"/>
          <a:ext cx="2351923" cy="63360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6464" tIns="89408" rIns="156464" bIns="89408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/>
            <a:t>Blockchain is</a:t>
          </a:r>
        </a:p>
      </dsp:txBody>
      <dsp:txXfrm>
        <a:off x="24" y="50558"/>
        <a:ext cx="2351923" cy="633600"/>
      </dsp:txXfrm>
    </dsp:sp>
    <dsp:sp modelId="{28F4C583-B99D-4166-BFBC-D68085F66483}">
      <dsp:nvSpPr>
        <dsp:cNvPr id="0" name=""/>
        <dsp:cNvSpPr/>
      </dsp:nvSpPr>
      <dsp:spPr>
        <a:xfrm>
          <a:off x="24" y="684158"/>
          <a:ext cx="2351923" cy="2060808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7348" tIns="117348" rIns="156464" bIns="176022" numCol="1" spcCol="1270" anchor="t" anchorCtr="0">
          <a:noAutofit/>
        </a:bodyPr>
        <a:lstStyle/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 dirty="0"/>
            <a:t>Distributed</a:t>
          </a:r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 dirty="0"/>
            <a:t>Ledger</a:t>
          </a:r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 dirty="0"/>
            <a:t>P2P</a:t>
          </a:r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 dirty="0"/>
            <a:t>Immutable</a:t>
          </a:r>
        </a:p>
      </dsp:txBody>
      <dsp:txXfrm>
        <a:off x="24" y="684158"/>
        <a:ext cx="2351923" cy="2060808"/>
      </dsp:txXfrm>
    </dsp:sp>
    <dsp:sp modelId="{9B0FB4A8-2813-4B30-837A-AE72A70010BA}">
      <dsp:nvSpPr>
        <dsp:cNvPr id="0" name=""/>
        <dsp:cNvSpPr/>
      </dsp:nvSpPr>
      <dsp:spPr>
        <a:xfrm>
          <a:off x="2681217" y="50558"/>
          <a:ext cx="2351923" cy="63360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6464" tIns="89408" rIns="156464" bIns="89408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/>
            <a:t>Blockchain is </a:t>
          </a:r>
          <a:r>
            <a:rPr lang="en-US" sz="2200" b="1" kern="1200" dirty="0"/>
            <a:t>NOT</a:t>
          </a:r>
        </a:p>
      </dsp:txBody>
      <dsp:txXfrm>
        <a:off x="2681217" y="50558"/>
        <a:ext cx="2351923" cy="633600"/>
      </dsp:txXfrm>
    </dsp:sp>
    <dsp:sp modelId="{5AB863F8-DED0-4A61-82BF-E4F222977382}">
      <dsp:nvSpPr>
        <dsp:cNvPr id="0" name=""/>
        <dsp:cNvSpPr/>
      </dsp:nvSpPr>
      <dsp:spPr>
        <a:xfrm>
          <a:off x="2681217" y="684158"/>
          <a:ext cx="2351923" cy="2060808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7348" tIns="117348" rIns="156464" bIns="176022" numCol="1" spcCol="1270" anchor="t" anchorCtr="0">
          <a:noAutofit/>
        </a:bodyPr>
        <a:lstStyle/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 dirty="0"/>
            <a:t>Bitcoin</a:t>
          </a:r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 dirty="0"/>
            <a:t>Money</a:t>
          </a:r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 dirty="0"/>
            <a:t>Mastercard</a:t>
          </a:r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 dirty="0"/>
            <a:t>A Messenger</a:t>
          </a:r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 dirty="0"/>
            <a:t>A Database</a:t>
          </a:r>
        </a:p>
      </dsp:txBody>
      <dsp:txXfrm>
        <a:off x="2681217" y="684158"/>
        <a:ext cx="2351923" cy="2060808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List1">
  <dgm:title val=""/>
  <dgm:desc val=""/>
  <dgm:catLst>
    <dgm:cat type="list" pri="5000"/>
    <dgm:cat type="convert" pri="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w" for="des" forName="parTx"/>
      <dgm:constr type="h" for="des" forName="parTx" op="equ"/>
      <dgm:constr type="w" for="des" forName="desTx"/>
      <dgm:constr type="h" for="des" forName="desTx" op="equ"/>
      <dgm:constr type="primFontSz" for="des" forName="parTx" val="65"/>
      <dgm:constr type="secFontSz" for="des" forName="desTx" refType="primFontSz" refFor="des" refForName="parTx" op="equ"/>
      <dgm:constr type="h" for="des" forName="parTx" refType="primFontSz" refFor="des" refForName="parTx" fact="0.8"/>
      <dgm:constr type="h" for="des" forName="desTx" refType="primFontSz" refFor="des" refForName="parTx" fact="1.22"/>
      <dgm:constr type="w" for="ch" forName="space" refType="w" refFor="ch" refForName="composite" op="equ" fact="0.14"/>
    </dgm:constrLst>
    <dgm:ruleLst>
      <dgm:rule type="w" for="ch" forName="composite" val="0" fact="NaN" max="NaN"/>
      <dgm:rule type="primFontSz" for="des" forName="parTx" val="5" fact="NaN" max="NaN"/>
    </dgm:ruleLst>
    <dgm:forEach name="Name4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onstrLst>
          <dgm:constr type="l" for="ch" forName="parTx"/>
          <dgm:constr type="w" for="ch" forName="parTx" refType="w"/>
          <dgm:constr type="t" for="ch" forName="parTx"/>
          <dgm:constr type="l" for="ch" forName="desTx"/>
          <dgm:constr type="w" for="ch" forName="desTx" refType="w" refFor="ch" refForName="parTx"/>
          <dgm:constr type="t" for="ch" forName="desTx" refType="h" refFor="ch" refForName="parTx"/>
        </dgm:constrLst>
        <dgm:ruleLst>
          <dgm:rule type="h" val="INF" fact="NaN" max="NaN"/>
        </dgm:ruleLst>
        <dgm:layoutNode name="parTx" styleLbl="alignNod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>
            <dgm:adjLst/>
          </dgm:shape>
          <dgm:presOf axis="self" ptType="node"/>
          <dgm:constrLst>
            <dgm:constr type="h" refType="w" op="lte" fact="0.4"/>
            <dgm:constr type="h"/>
            <dgm:constr type="tMarg" refType="primFontSz" fact="0.32"/>
            <dgm:constr type="bMarg" refType="primFontSz" fact="0.32"/>
          </dgm:constrLst>
          <dgm:ruleLst>
            <dgm:rule type="h" val="INF" fact="NaN" max="NaN"/>
          </dgm:ruleLst>
        </dgm:layoutNode>
        <dgm:layoutNode name="desTx" styleLbl="alignAccFollowNode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val="65"/>
            <dgm:constr type="primFontSz" refType="secFontSz"/>
            <dgm:constr type="h"/>
            <dgm:constr type="lMarg" refType="primFontSz" fact="0.42"/>
            <dgm:constr type="tMarg" refType="primFontSz" fact="0.42"/>
            <dgm:constr type="bMarg" refType="primFontSz" fact="0.63"/>
          </dgm:constrLst>
          <dgm:ruleLst>
            <dgm:rule type="h" val="INF" fact="NaN" max="NaN"/>
          </dgm:ruleLst>
        </dgm:layoutNode>
      </dgm:layoutNode>
      <dgm:forEach name="Name5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8D18E60-4300-4729-A0D7-6AB984C3922D}" type="datetimeFigureOut">
              <a:rPr lang="en-US" smtClean="0"/>
              <a:t>5/25/2019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F533E96-F078-4B3D-A8F4-F1AF21EBC3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43001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448965" y="1655520"/>
            <a:ext cx="8246070" cy="1374345"/>
          </a:xfr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>
            <a:normAutofit/>
          </a:bodyPr>
          <a:lstStyle>
            <a:lvl1pPr algn="r">
              <a:defRPr sz="3600">
                <a:solidFill>
                  <a:srgbClr val="1100EA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48965" y="3487980"/>
            <a:ext cx="8231372" cy="763525"/>
          </a:xfrm>
        </p:spPr>
        <p:txBody>
          <a:bodyPr>
            <a:normAutofit/>
          </a:bodyPr>
          <a:lstStyle>
            <a:lvl1pPr marL="0" indent="0" algn="r">
              <a:buNone/>
              <a:defRPr sz="2800" b="0" i="0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38751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8965" y="281175"/>
            <a:ext cx="8246070" cy="763526"/>
          </a:xfrm>
        </p:spPr>
        <p:txBody>
          <a:bodyPr>
            <a:normAutofit/>
          </a:bodyPr>
          <a:lstStyle>
            <a:lvl1pPr algn="r">
              <a:defRPr sz="3600" baseline="0">
                <a:solidFill>
                  <a:srgbClr val="1100EA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8966" y="1350111"/>
            <a:ext cx="8246070" cy="3512212"/>
          </a:xfrm>
        </p:spPr>
        <p:txBody>
          <a:bodyPr/>
          <a:lstStyle>
            <a:lvl1pPr algn="l">
              <a:defRPr sz="2800">
                <a:solidFill>
                  <a:schemeClr val="tx1"/>
                </a:solidFill>
              </a:defRPr>
            </a:lvl1pPr>
            <a:lvl2pPr algn="l">
              <a:defRPr>
                <a:solidFill>
                  <a:schemeClr val="tx1"/>
                </a:solidFill>
              </a:defRPr>
            </a:lvl2pPr>
            <a:lvl3pPr algn="l">
              <a:defRPr>
                <a:solidFill>
                  <a:schemeClr val="tx1"/>
                </a:solidFill>
              </a:defRPr>
            </a:lvl3pPr>
            <a:lvl4pPr algn="l">
              <a:defRPr>
                <a:solidFill>
                  <a:schemeClr val="tx1"/>
                </a:solidFill>
              </a:defRPr>
            </a:lvl4pPr>
            <a:lvl5pPr algn="l"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44713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itle and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34130" y="128470"/>
            <a:ext cx="6260905" cy="725349"/>
          </a:xfrm>
        </p:spPr>
        <p:txBody>
          <a:bodyPr>
            <a:normAutofit/>
          </a:bodyPr>
          <a:lstStyle>
            <a:lvl1pPr algn="l">
              <a:defRPr sz="3600">
                <a:solidFill>
                  <a:srgbClr val="1100EA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434129" y="1044700"/>
            <a:ext cx="6260905" cy="3511061"/>
          </a:xfrm>
        </p:spPr>
        <p:txBody>
          <a:bodyPr/>
          <a:lstStyle>
            <a:lvl1pPr>
              <a:defRPr sz="2800"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93913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34415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67918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25317" y="281175"/>
            <a:ext cx="8093365" cy="763525"/>
          </a:xfrm>
        </p:spPr>
        <p:txBody>
          <a:bodyPr>
            <a:normAutofit/>
          </a:bodyPr>
          <a:lstStyle>
            <a:lvl1pPr algn="r">
              <a:defRPr sz="3600" baseline="0">
                <a:solidFill>
                  <a:srgbClr val="1100EA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6879" y="1502815"/>
            <a:ext cx="4040188" cy="479822"/>
          </a:xfrm>
        </p:spPr>
        <p:txBody>
          <a:bodyPr anchor="b"/>
          <a:lstStyle>
            <a:lvl1pPr marL="0" indent="0" algn="ctr">
              <a:buNone/>
              <a:defRPr sz="2400" b="1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36879" y="1975212"/>
            <a:ext cx="4040188" cy="2276294"/>
          </a:xfrm>
        </p:spPr>
        <p:txBody>
          <a:bodyPr/>
          <a:lstStyle>
            <a:lvl1pPr algn="ctr">
              <a:defRPr sz="2400">
                <a:solidFill>
                  <a:schemeClr val="tx1"/>
                </a:solidFill>
              </a:defRPr>
            </a:lvl1pPr>
            <a:lvl2pPr algn="ctr">
              <a:defRPr sz="2000">
                <a:solidFill>
                  <a:schemeClr val="tx1"/>
                </a:solidFill>
              </a:defRPr>
            </a:lvl2pPr>
            <a:lvl3pPr algn="ctr">
              <a:defRPr sz="1800">
                <a:solidFill>
                  <a:schemeClr val="tx1"/>
                </a:solidFill>
              </a:defRPr>
            </a:lvl3pPr>
            <a:lvl4pPr algn="ctr">
              <a:defRPr sz="1600">
                <a:solidFill>
                  <a:schemeClr val="tx1"/>
                </a:solidFill>
              </a:defRPr>
            </a:lvl4pPr>
            <a:lvl5pPr algn="ctr">
              <a:defRPr sz="1600">
                <a:solidFill>
                  <a:schemeClr val="tx1"/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72000" y="1502815"/>
            <a:ext cx="4041775" cy="479822"/>
          </a:xfrm>
        </p:spPr>
        <p:txBody>
          <a:bodyPr anchor="b"/>
          <a:lstStyle>
            <a:lvl1pPr marL="0" indent="0" algn="ctr">
              <a:buNone/>
              <a:defRPr sz="2400" b="1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572000" y="1975212"/>
            <a:ext cx="4041775" cy="2276294"/>
          </a:xfrm>
        </p:spPr>
        <p:txBody>
          <a:bodyPr/>
          <a:lstStyle>
            <a:lvl1pPr algn="ctr">
              <a:defRPr sz="2400">
                <a:solidFill>
                  <a:schemeClr val="tx1"/>
                </a:solidFill>
              </a:defRPr>
            </a:lvl1pPr>
            <a:lvl2pPr algn="ctr">
              <a:defRPr sz="2000">
                <a:solidFill>
                  <a:schemeClr val="tx1"/>
                </a:solidFill>
              </a:defRPr>
            </a:lvl2pPr>
            <a:lvl3pPr algn="ctr">
              <a:defRPr sz="1800">
                <a:solidFill>
                  <a:schemeClr val="tx1"/>
                </a:solidFill>
              </a:defRPr>
            </a:lvl3pPr>
            <a:lvl4pPr algn="ctr">
              <a:defRPr sz="1600">
                <a:solidFill>
                  <a:schemeClr val="tx1"/>
                </a:solidFill>
              </a:defRPr>
            </a:lvl4pPr>
            <a:lvl5pPr algn="ctr">
              <a:defRPr sz="1600">
                <a:solidFill>
                  <a:schemeClr val="tx1"/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29119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97731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1864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44526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76078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866572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7" name="Picture 6" descr="E:\websites\free-power-point-templates\2012\logos.png">
            <a:extLst>
              <a:ext uri="{FF2B5EF4-FFF2-40B4-BE49-F238E27FC236}">
                <a16:creationId xmlns:a16="http://schemas.microsoft.com/office/drawing/2014/main" id="{08B89D22-1D6E-450B-881F-4D2A4C527F72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3808475" y="2326213"/>
            <a:ext cx="1463784" cy="52696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936099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4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1E867DF-3DCA-4725-94F0-F2B6BD747A82}"/>
              </a:ext>
            </a:extLst>
          </p:cNvPr>
          <p:cNvSpPr txBox="1"/>
          <p:nvPr userDrawn="1"/>
        </p:nvSpPr>
        <p:spPr>
          <a:xfrm>
            <a:off x="-9150" y="5213747"/>
            <a:ext cx="838962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1">
                    <a:lumMod val="65000"/>
                  </a:schemeClr>
                </a:solidFill>
              </a:rPr>
              <a:t>This presentation uses a free template provided by FPPT.com</a:t>
            </a:r>
          </a:p>
          <a:p>
            <a:r>
              <a:rPr lang="en-US" sz="1400" dirty="0">
                <a:solidFill>
                  <a:schemeClr val="bg1">
                    <a:lumMod val="65000"/>
                  </a:schemeClr>
                </a:solidFill>
              </a:rPr>
              <a:t>www.free-power-point-templates.com</a:t>
            </a:r>
          </a:p>
        </p:txBody>
      </p:sp>
    </p:spTree>
    <p:extLst>
      <p:ext uri="{BB962C8B-B14F-4D97-AF65-F5344CB8AC3E}">
        <p14:creationId xmlns:p14="http://schemas.microsoft.com/office/powerpoint/2010/main" val="19440393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6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linkedin.com/in/HammedMohamadi" TargetMode="External"/><Relationship Id="rId5" Type="http://schemas.openxmlformats.org/officeDocument/2006/relationships/hyperlink" Target="https://github.com/fivil" TargetMode="External"/><Relationship Id="rId4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3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Blockchain 101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9573A58-CDAA-4443-ABBE-ABFD44CCD1B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5525" y="3640685"/>
            <a:ext cx="305410" cy="30541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2F5566E-6597-4764-92AC-AE09F975D58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5525" y="3987725"/>
            <a:ext cx="305409" cy="30540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52551A0-D270-43E4-A6BF-CE53B3D062F5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5525" y="4404210"/>
            <a:ext cx="282074" cy="28207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5F066EBC-83D7-4339-9EE7-B26C3C95B68E}"/>
              </a:ext>
            </a:extLst>
          </p:cNvPr>
          <p:cNvSpPr txBox="1"/>
          <p:nvPr/>
        </p:nvSpPr>
        <p:spPr>
          <a:xfrm>
            <a:off x="5640935" y="3654890"/>
            <a:ext cx="71846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55ADE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@FIVIL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83AD6E7-FF13-4E6F-B3C5-B0B665D6079C}"/>
              </a:ext>
            </a:extLst>
          </p:cNvPr>
          <p:cNvSpPr txBox="1"/>
          <p:nvPr/>
        </p:nvSpPr>
        <p:spPr>
          <a:xfrm>
            <a:off x="5640935" y="4001929"/>
            <a:ext cx="16495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55ADEE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https://github.com/fivil</a:t>
            </a:r>
            <a:endParaRPr lang="en-US" sz="1200" dirty="0">
              <a:solidFill>
                <a:srgbClr val="55ADEE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6E72192-E913-4A1B-BCC1-0CA13B2C3680}"/>
              </a:ext>
            </a:extLst>
          </p:cNvPr>
          <p:cNvSpPr txBox="1"/>
          <p:nvPr/>
        </p:nvSpPr>
        <p:spPr>
          <a:xfrm>
            <a:off x="5640935" y="4404210"/>
            <a:ext cx="331045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55ADEE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https://www.linkedin.com/in/HammedMohamadi</a:t>
            </a:r>
            <a:endParaRPr lang="en-US" sz="1200" dirty="0">
              <a:solidFill>
                <a:srgbClr val="55ADEE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39203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Abstract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/>
          </a:bodyPr>
          <a:lstStyle/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What is Blockchain?</a:t>
            </a:r>
          </a:p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Centralized vs distributed </a:t>
            </a:r>
          </a:p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Why Decentralization Matters?</a:t>
            </a:r>
          </a:p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Cryptocurrency </a:t>
            </a:r>
          </a:p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Birth of Bitcoin</a:t>
            </a:r>
          </a:p>
        </p:txBody>
      </p:sp>
      <p:sp>
        <p:nvSpPr>
          <p:cNvPr id="8" name="Content Placeholder 7"/>
          <p:cNvSpPr>
            <a:spLocks noGrp="1"/>
          </p:cNvSpPr>
          <p:nvPr>
            <p:ph sz="quarter" idx="4"/>
          </p:nvPr>
        </p:nvSpPr>
        <p:spPr>
          <a:xfrm>
            <a:off x="5111375" y="1975212"/>
            <a:ext cx="4041775" cy="2276294"/>
          </a:xfrm>
        </p:spPr>
        <p:txBody>
          <a:bodyPr>
            <a:normAutofit fontScale="92500"/>
          </a:bodyPr>
          <a:lstStyle/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Applications</a:t>
            </a:r>
          </a:p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Tensions</a:t>
            </a:r>
          </a:p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Structure</a:t>
            </a:r>
          </a:p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Some interesting facts</a:t>
            </a:r>
            <a:endParaRPr lang="fa-I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QUESTIONS?</a:t>
            </a:r>
          </a:p>
        </p:txBody>
      </p:sp>
    </p:spTree>
    <p:extLst>
      <p:ext uri="{BB962C8B-B14F-4D97-AF65-F5344CB8AC3E}">
        <p14:creationId xmlns:p14="http://schemas.microsoft.com/office/powerpoint/2010/main" val="41707837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D4E91A4-843E-42A6-87B6-D24AB2AE4292}"/>
              </a:ext>
            </a:extLst>
          </p:cNvPr>
          <p:cNvSpPr txBox="1"/>
          <p:nvPr/>
        </p:nvSpPr>
        <p:spPr>
          <a:xfrm>
            <a:off x="3808476" y="1802308"/>
            <a:ext cx="5191969" cy="15388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What the 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internet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did for communications, </a:t>
            </a:r>
          </a:p>
          <a:p>
            <a:pPr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 think 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Blockchain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will do for trusted transactions.</a:t>
            </a:r>
          </a:p>
          <a:p>
            <a:pPr algn="just"/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r"/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IBM Chief Executive Ginny Rometty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0E83F291-A810-43D2-AEC7-44168E787FE6}"/>
              </a:ext>
            </a:extLst>
          </p:cNvPr>
          <p:cNvSpPr txBox="1">
            <a:spLocks/>
          </p:cNvSpPr>
          <p:nvPr/>
        </p:nvSpPr>
        <p:spPr>
          <a:xfrm>
            <a:off x="1212491" y="281175"/>
            <a:ext cx="7787955" cy="50073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85000" lnSpcReduction="20000"/>
          </a:bodyPr>
          <a:lstStyle>
            <a:lvl1pPr algn="l" defTabSz="914400" rtl="0" eaLnBrk="1" latinLnBrk="0" hangingPunct="1">
              <a:spcBef>
                <a:spcPct val="0"/>
              </a:spcBef>
              <a:buNone/>
              <a:defRPr sz="3600" kern="1200">
                <a:solidFill>
                  <a:srgbClr val="1100EA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+mj-lt"/>
                <a:ea typeface="+mj-ea"/>
                <a:cs typeface="+mj-cs"/>
              </a:defRPr>
            </a:lvl1pPr>
          </a:lstStyle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5366A53-AFD8-49BC-966D-302DD3D9105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34130" y="1776817"/>
            <a:ext cx="1374345" cy="158986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C99C2AA-3B35-4E7C-B14F-F6BFE419FA5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57292" y="4290825"/>
            <a:ext cx="1438275" cy="571500"/>
          </a:xfrm>
          <a:prstGeom prst="rect">
            <a:avLst/>
          </a:prstGeom>
        </p:spPr>
      </p:pic>
      <p:sp>
        <p:nvSpPr>
          <p:cNvPr id="10" name="Title 1">
            <a:extLst>
              <a:ext uri="{FF2B5EF4-FFF2-40B4-BE49-F238E27FC236}">
                <a16:creationId xmlns:a16="http://schemas.microsoft.com/office/drawing/2014/main" id="{F3A9AAFE-7FFC-4BF0-B83D-038824B09D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34130" y="128470"/>
            <a:ext cx="6260905" cy="725349"/>
          </a:xfrm>
        </p:spPr>
        <p:txBody>
          <a:bodyPr/>
          <a:lstStyle/>
          <a:p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Why should I care?</a:t>
            </a:r>
          </a:p>
        </p:txBody>
      </p:sp>
    </p:spTree>
    <p:extLst>
      <p:ext uri="{BB962C8B-B14F-4D97-AF65-F5344CB8AC3E}">
        <p14:creationId xmlns:p14="http://schemas.microsoft.com/office/powerpoint/2010/main" val="21358964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4F61D753-B49B-4B37-A990-D61E98AEF3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34130" y="128470"/>
            <a:ext cx="6260905" cy="725349"/>
          </a:xfrm>
        </p:spPr>
        <p:txBody>
          <a:bodyPr/>
          <a:lstStyle/>
          <a:p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What is Blockchain</a:t>
            </a:r>
            <a:r>
              <a:rPr 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?</a:t>
            </a:r>
            <a:endParaRPr lang="en-US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A0C3367-42F3-49FB-8FE5-A510E3F7AF01}"/>
              </a:ext>
            </a:extLst>
          </p:cNvPr>
          <p:cNvSpPr txBox="1"/>
          <p:nvPr/>
        </p:nvSpPr>
        <p:spPr>
          <a:xfrm>
            <a:off x="2434130" y="1556087"/>
            <a:ext cx="610820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Blockchain is a shared, distributed ledger that facilitates the process of recording transactions and tracking assets in a business network. An asset can be tangible — a house, a car, cash, land  — or intangible like intellectual property, such as patents, copyrights, or branding. Virtually anything of value can be tracked and traded on a blockchain network, reducing risk and cutting costs for all involved</a:t>
            </a:r>
          </a:p>
        </p:txBody>
      </p:sp>
    </p:spTree>
    <p:extLst>
      <p:ext uri="{BB962C8B-B14F-4D97-AF65-F5344CB8AC3E}">
        <p14:creationId xmlns:p14="http://schemas.microsoft.com/office/powerpoint/2010/main" val="349771582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4F61D753-B49B-4B37-A990-D61E98AEF3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34130" y="128470"/>
            <a:ext cx="6260905" cy="725349"/>
          </a:xfrm>
        </p:spPr>
        <p:txBody>
          <a:bodyPr/>
          <a:lstStyle/>
          <a:p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What is Blockchain</a:t>
            </a:r>
            <a:r>
              <a:rPr 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?</a:t>
            </a:r>
            <a:endParaRPr lang="en-US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3" name="Diagram 2">
            <a:extLst>
              <a:ext uri="{FF2B5EF4-FFF2-40B4-BE49-F238E27FC236}">
                <a16:creationId xmlns:a16="http://schemas.microsoft.com/office/drawing/2014/main" id="{2A1C80B0-3973-453C-BEE3-DA479CB8B41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771009481"/>
              </p:ext>
            </p:extLst>
          </p:nvPr>
        </p:nvGraphicFramePr>
        <p:xfrm>
          <a:off x="2434130" y="1173987"/>
          <a:ext cx="5033165" cy="279552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1168733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4F61D753-B49B-4B37-A990-D61E98AEF3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34130" y="128470"/>
            <a:ext cx="6260905" cy="725349"/>
          </a:xfrm>
        </p:spPr>
        <p:txBody>
          <a:bodyPr/>
          <a:lstStyle/>
          <a:p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What is Blockchain</a:t>
            </a:r>
            <a:r>
              <a:rPr 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?</a:t>
            </a:r>
            <a:endParaRPr lang="en-US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D64C74D-78A7-4E76-A5BA-42F36F75F9B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34130" y="1290929"/>
            <a:ext cx="4877410" cy="256164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DF5F25D-1069-430B-99D0-1B8C9D7BD680}"/>
              </a:ext>
            </a:extLst>
          </p:cNvPr>
          <p:cNvSpPr txBox="1"/>
          <p:nvPr/>
        </p:nvSpPr>
        <p:spPr>
          <a:xfrm>
            <a:off x="6862575" y="3920348"/>
            <a:ext cx="8386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Ledger</a:t>
            </a:r>
          </a:p>
        </p:txBody>
      </p:sp>
    </p:spTree>
    <p:extLst>
      <p:ext uri="{BB962C8B-B14F-4D97-AF65-F5344CB8AC3E}">
        <p14:creationId xmlns:p14="http://schemas.microsoft.com/office/powerpoint/2010/main" val="269602118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Centralized vs distributed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E9B0FA3-B80C-40EC-859B-C31EAD1CD3B2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942" b="32247"/>
          <a:stretch/>
        </p:blipFill>
        <p:spPr>
          <a:xfrm>
            <a:off x="1670605" y="2266340"/>
            <a:ext cx="5497379" cy="1985165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9AB05CAE-A0CD-4371-B577-D72141B00272}"/>
              </a:ext>
            </a:extLst>
          </p:cNvPr>
          <p:cNvSpPr txBox="1"/>
          <p:nvPr/>
        </p:nvSpPr>
        <p:spPr>
          <a:xfrm>
            <a:off x="2281425" y="4251505"/>
            <a:ext cx="101341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Centralized</a:t>
            </a:r>
            <a:endParaRPr lang="en-US" sz="1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726B6E8-BB79-4D4A-A79B-05B31C343047}"/>
              </a:ext>
            </a:extLst>
          </p:cNvPr>
          <p:cNvSpPr txBox="1"/>
          <p:nvPr/>
        </p:nvSpPr>
        <p:spPr>
          <a:xfrm>
            <a:off x="5182820" y="4251504"/>
            <a:ext cx="99257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Distributed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50774497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525316" y="281175"/>
            <a:ext cx="8322423" cy="763525"/>
          </a:xfrm>
        </p:spPr>
        <p:txBody>
          <a:bodyPr>
            <a:noAutofit/>
          </a:bodyPr>
          <a:lstStyle/>
          <a:p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Centralized vs 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distributed</a:t>
            </a: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ledger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sz="3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2" name="Content Placeholder 11">
            <a:extLst>
              <a:ext uri="{FF2B5EF4-FFF2-40B4-BE49-F238E27FC236}">
                <a16:creationId xmlns:a16="http://schemas.microsoft.com/office/drawing/2014/main" id="{1E427A02-63A1-4659-8188-91A145117773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79137" y="1974850"/>
            <a:ext cx="2155063" cy="2276475"/>
          </a:xfrm>
        </p:spPr>
      </p:pic>
      <p:pic>
        <p:nvPicPr>
          <p:cNvPr id="14" name="Content Placeholder 13">
            <a:extLst>
              <a:ext uri="{FF2B5EF4-FFF2-40B4-BE49-F238E27FC236}">
                <a16:creationId xmlns:a16="http://schemas.microsoft.com/office/drawing/2014/main" id="{E7A0B53F-14BF-4954-96E4-0205B2093CC8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34677" y="1974850"/>
            <a:ext cx="1916420" cy="2276475"/>
          </a:xfr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A01F8EC6-7324-4D16-B8CC-2ED442EB6DE7}"/>
              </a:ext>
            </a:extLst>
          </p:cNvPr>
          <p:cNvSpPr txBox="1"/>
          <p:nvPr/>
        </p:nvSpPr>
        <p:spPr>
          <a:xfrm>
            <a:off x="1797541" y="4245693"/>
            <a:ext cx="15071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Centralized ledger</a:t>
            </a:r>
            <a:endParaRPr lang="en-US" sz="14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8FA4ADB-9B81-4209-9A9E-EB5A38AB0190}"/>
              </a:ext>
            </a:extLst>
          </p:cNvPr>
          <p:cNvSpPr txBox="1"/>
          <p:nvPr/>
        </p:nvSpPr>
        <p:spPr>
          <a:xfrm>
            <a:off x="5839315" y="4245693"/>
            <a:ext cx="148630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Distributed ledger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119819662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4F61D753-B49B-4B37-A990-D61E98AEF3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34130" y="128470"/>
            <a:ext cx="6260905" cy="725349"/>
          </a:xfrm>
        </p:spPr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Why Decentralization Matters?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4B46A98-3982-4438-9025-8A8A2EF685C4}"/>
              </a:ext>
            </a:extLst>
          </p:cNvPr>
          <p:cNvSpPr txBox="1"/>
          <p:nvPr/>
        </p:nvSpPr>
        <p:spPr>
          <a:xfrm>
            <a:off x="2434130" y="1417588"/>
            <a:ext cx="574606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Single point of failure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Control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Prone to political pressure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Cost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Bureaucratic leadership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Remote control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Delays in work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Distrust</a:t>
            </a:r>
          </a:p>
        </p:txBody>
      </p:sp>
    </p:spTree>
    <p:extLst>
      <p:ext uri="{BB962C8B-B14F-4D97-AF65-F5344CB8AC3E}">
        <p14:creationId xmlns:p14="http://schemas.microsoft.com/office/powerpoint/2010/main" val="23105872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4F61D753-B49B-4B37-A990-D61E98AEF3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34130" y="128470"/>
            <a:ext cx="6260905" cy="725349"/>
          </a:xfrm>
        </p:spPr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Cryptocurrency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4B46A98-3982-4438-9025-8A8A2EF685C4}"/>
              </a:ext>
            </a:extLst>
          </p:cNvPr>
          <p:cNvSpPr txBox="1"/>
          <p:nvPr/>
        </p:nvSpPr>
        <p:spPr>
          <a:xfrm>
            <a:off x="2374094" y="1556087"/>
            <a:ext cx="2503316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Bitcoin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Ethereum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XRP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Bitcoin Cash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Litecoin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EOS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IOTA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And about 2200 more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F2592F5-6718-4B8F-A23D-F7F22752E7E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77410" y="1655520"/>
            <a:ext cx="3058194" cy="1828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750601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166</Words>
  <Application>Microsoft Office PowerPoint</Application>
  <PresentationFormat>On-screen Show (16:9)</PresentationFormat>
  <Paragraphs>62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Arial</vt:lpstr>
      <vt:lpstr>Calibri</vt:lpstr>
      <vt:lpstr>Times New Roman</vt:lpstr>
      <vt:lpstr>Office Theme</vt:lpstr>
      <vt:lpstr>Blockchain 101</vt:lpstr>
      <vt:lpstr>Abstract</vt:lpstr>
      <vt:lpstr>Why should I care?</vt:lpstr>
      <vt:lpstr>What is Blockchain?</vt:lpstr>
      <vt:lpstr>What is Blockchain?</vt:lpstr>
      <vt:lpstr>What is Blockchain?</vt:lpstr>
      <vt:lpstr> Centralized vs distributed </vt:lpstr>
      <vt:lpstr>    Centralized vs distributed ledger </vt:lpstr>
      <vt:lpstr>Why Decentralization Matters?</vt:lpstr>
      <vt:lpstr>Cryptocurrency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cp:lastModifiedBy/>
  <cp:revision>1</cp:revision>
  <dcterms:created xsi:type="dcterms:W3CDTF">2017-08-01T15:40:51Z</dcterms:created>
  <dcterms:modified xsi:type="dcterms:W3CDTF">2019-05-25T00:34:11Z</dcterms:modified>
</cp:coreProperties>
</file>