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0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2" r:id="rId25"/>
    <p:sldId id="280" r:id="rId26"/>
    <p:sldId id="281" r:id="rId27"/>
    <p:sldId id="283" r:id="rId28"/>
    <p:sldId id="284" r:id="rId29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1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1F933B-2123-47A0-A4DA-E3D0D00AED50}" type="doc">
      <dgm:prSet loTypeId="urn:microsoft.com/office/officeart/2005/8/layout/cycle6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50C48E8-0D18-4A98-BA9F-5F976FC33D71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gm:t>
    </dgm:pt>
    <dgm:pt modelId="{DCABBA87-E98F-4B52-AB9D-487FEE2F65D7}" type="parTrans" cxnId="{D97E2CBB-C255-4A0F-B0CF-A82C8695BAFB}">
      <dgm:prSet/>
      <dgm:spPr/>
      <dgm:t>
        <a:bodyPr/>
        <a:lstStyle/>
        <a:p>
          <a:endParaRPr lang="en-US"/>
        </a:p>
      </dgm:t>
    </dgm:pt>
    <dgm:pt modelId="{7A1DB437-4F84-4FA9-9A58-B6F2770854BE}" type="sibTrans" cxnId="{D97E2CBB-C255-4A0F-B0CF-A82C8695BAF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D39F1C4-AFC8-4CA7-A76D-361D88CD4557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gm:t>
    </dgm:pt>
    <dgm:pt modelId="{65F93D37-8105-4004-9DAA-53C625B10509}" type="parTrans" cxnId="{7813E679-D6C2-45B6-A778-0E762AE05C6F}">
      <dgm:prSet/>
      <dgm:spPr/>
      <dgm:t>
        <a:bodyPr/>
        <a:lstStyle/>
        <a:p>
          <a:endParaRPr lang="en-US"/>
        </a:p>
      </dgm:t>
    </dgm:pt>
    <dgm:pt modelId="{12BC9A80-C697-4BA3-9B9B-17181FC41D01}" type="sibTrans" cxnId="{7813E679-D6C2-45B6-A778-0E762AE05C6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A91422-F54D-4E9D-B7B3-BA68B28AAB6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gm:t>
    </dgm:pt>
    <dgm:pt modelId="{5E9BAFAB-908B-4913-AD88-CF53E18E5453}" type="parTrans" cxnId="{411DCEAF-B5A5-4BF8-9C41-81D44D4E1B32}">
      <dgm:prSet/>
      <dgm:spPr/>
      <dgm:t>
        <a:bodyPr/>
        <a:lstStyle/>
        <a:p>
          <a:endParaRPr lang="en-US"/>
        </a:p>
      </dgm:t>
    </dgm:pt>
    <dgm:pt modelId="{342ED3C4-73FA-4041-9865-CDE2B77EBE09}" type="sibTrans" cxnId="{411DCEAF-B5A5-4BF8-9C41-81D44D4E1B32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017C85D-A4E0-4FB9-A54B-4A1042014E2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gm:t>
    </dgm:pt>
    <dgm:pt modelId="{56C1ECD3-DD6D-4F47-A3B4-3AAE64749480}" type="parTrans" cxnId="{DB7B00A5-48CC-4CDE-B990-28D79FFA6601}">
      <dgm:prSet/>
      <dgm:spPr/>
      <dgm:t>
        <a:bodyPr/>
        <a:lstStyle/>
        <a:p>
          <a:endParaRPr lang="en-US"/>
        </a:p>
      </dgm:t>
    </dgm:pt>
    <dgm:pt modelId="{DC7FE8D7-41A0-4A1F-B0E1-BE801CF1E3BE}" type="sibTrans" cxnId="{DB7B00A5-48CC-4CDE-B990-28D79FFA6601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71B1EB5-172D-4E58-A3CE-4DB8157DB25F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gm:t>
    </dgm:pt>
    <dgm:pt modelId="{6EE346BF-908E-4AC1-9851-15BB2A7A79EE}" type="parTrans" cxnId="{6D7E97B6-1EF3-4D6F-AB04-55AAFA4E8219}">
      <dgm:prSet/>
      <dgm:spPr/>
      <dgm:t>
        <a:bodyPr/>
        <a:lstStyle/>
        <a:p>
          <a:endParaRPr lang="en-US"/>
        </a:p>
      </dgm:t>
    </dgm:pt>
    <dgm:pt modelId="{395E8E83-6925-4873-8937-52D8E0E1795D}" type="sibTrans" cxnId="{6D7E97B6-1EF3-4D6F-AB04-55AAFA4E8219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0C7C63A-6D90-4CE7-8C5E-9A2DBDA5B210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gm:t>
    </dgm:pt>
    <dgm:pt modelId="{0AC1896B-C066-438E-AFFA-92EE3BE45E72}" type="parTrans" cxnId="{4285F461-2D0D-4B63-BE8E-C5A287A632D7}">
      <dgm:prSet/>
      <dgm:spPr/>
      <dgm:t>
        <a:bodyPr/>
        <a:lstStyle/>
        <a:p>
          <a:endParaRPr lang="en-US"/>
        </a:p>
      </dgm:t>
    </dgm:pt>
    <dgm:pt modelId="{F4AA442A-0F8C-497F-8809-B44F185F2C87}" type="sibTrans" cxnId="{4285F461-2D0D-4B63-BE8E-C5A287A632D7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9729B06-9547-4C83-94F4-B337DF1B4E93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gm:t>
    </dgm:pt>
    <dgm:pt modelId="{08832461-1B8D-4687-A713-3F4517E6BF2B}" type="parTrans" cxnId="{7079F215-16F2-4538-A2E2-E242F78A81DF}">
      <dgm:prSet/>
      <dgm:spPr/>
      <dgm:t>
        <a:bodyPr/>
        <a:lstStyle/>
        <a:p>
          <a:endParaRPr lang="en-US"/>
        </a:p>
      </dgm:t>
    </dgm:pt>
    <dgm:pt modelId="{3727589D-DCC7-4B1A-8B54-2FDC6969E550}" type="sibTrans" cxnId="{7079F215-16F2-4538-A2E2-E242F78A81D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1B6FD5-D762-415B-ABC2-55E89031C2A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gm:t>
    </dgm:pt>
    <dgm:pt modelId="{76962C4D-BE14-4177-B860-226121ABD47A}" type="parTrans" cxnId="{FE42DB9A-A17B-48CB-B77F-0639EB4897E3}">
      <dgm:prSet/>
      <dgm:spPr/>
      <dgm:t>
        <a:bodyPr/>
        <a:lstStyle/>
        <a:p>
          <a:endParaRPr lang="en-US"/>
        </a:p>
      </dgm:t>
    </dgm:pt>
    <dgm:pt modelId="{85AC99D7-6F96-4B0E-A941-A8BC31872ECF}" type="sibTrans" cxnId="{FE42DB9A-A17B-48CB-B77F-0639EB4897E3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FE44919-48B8-4FFB-AF66-CCDF05F7AA1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gm:t>
    </dgm:pt>
    <dgm:pt modelId="{811A2A54-0C4B-4AE0-A1CD-2BD58699DFA9}" type="parTrans" cxnId="{7464E67E-86D5-466A-A735-38C87FEC34E5}">
      <dgm:prSet/>
      <dgm:spPr/>
      <dgm:t>
        <a:bodyPr/>
        <a:lstStyle/>
        <a:p>
          <a:endParaRPr lang="en-US"/>
        </a:p>
      </dgm:t>
    </dgm:pt>
    <dgm:pt modelId="{6A3D1A33-CB86-4DFA-A421-3CD80255AA74}" type="sibTrans" cxnId="{7464E67E-86D5-466A-A735-38C87FEC34E5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76F088-DB13-4A25-9A54-EB054DC15FD2}">
      <dgm:prSet custT="1"/>
      <dgm:spPr/>
      <dgm:t>
        <a:bodyPr/>
        <a:lstStyle/>
        <a:p>
          <a:r>
            <a:rPr lang="en-US" sz="1000" b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gm:t>
    </dgm:pt>
    <dgm:pt modelId="{2CC81F8C-E401-4D90-823D-B68BE6B10C93}" type="parTrans" cxnId="{D9E92143-EAF9-4793-B27D-7091E066D18B}">
      <dgm:prSet/>
      <dgm:spPr/>
      <dgm:t>
        <a:bodyPr/>
        <a:lstStyle/>
        <a:p>
          <a:endParaRPr lang="en-US"/>
        </a:p>
      </dgm:t>
    </dgm:pt>
    <dgm:pt modelId="{D5809D5C-AD74-49C9-80A8-6A5696856DBA}" type="sibTrans" cxnId="{D9E92143-EAF9-4793-B27D-7091E066D18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DF57A8B-AC32-4669-A40C-7A9667CDF41C}" type="pres">
      <dgm:prSet presAssocID="{D81F933B-2123-47A0-A4DA-E3D0D00AED50}" presName="cycle" presStyleCnt="0">
        <dgm:presLayoutVars>
          <dgm:dir/>
          <dgm:resizeHandles val="exact"/>
        </dgm:presLayoutVars>
      </dgm:prSet>
      <dgm:spPr/>
    </dgm:pt>
    <dgm:pt modelId="{EDBD717D-5284-4A4E-ABE6-26258DA18F0A}" type="pres">
      <dgm:prSet presAssocID="{050C48E8-0D18-4A98-BA9F-5F976FC33D71}" presName="node" presStyleLbl="node1" presStyleIdx="0" presStyleCnt="10" custScaleX="148648" custScaleY="127050">
        <dgm:presLayoutVars>
          <dgm:bulletEnabled val="1"/>
        </dgm:presLayoutVars>
      </dgm:prSet>
      <dgm:spPr/>
    </dgm:pt>
    <dgm:pt modelId="{58C02828-B09D-4795-B0C5-C5CC7D63B44B}" type="pres">
      <dgm:prSet presAssocID="{050C48E8-0D18-4A98-BA9F-5F976FC33D71}" presName="spNode" presStyleCnt="0"/>
      <dgm:spPr/>
    </dgm:pt>
    <dgm:pt modelId="{F5C50680-2C48-476D-A516-A34392A17F3A}" type="pres">
      <dgm:prSet presAssocID="{7A1DB437-4F84-4FA9-9A58-B6F2770854BE}" presName="sibTrans" presStyleLbl="sibTrans1D1" presStyleIdx="0" presStyleCnt="10" custScaleX="1501860"/>
      <dgm:spPr/>
    </dgm:pt>
    <dgm:pt modelId="{190D4983-CD1A-405A-9C6E-3AA1BA1D3861}" type="pres">
      <dgm:prSet presAssocID="{DD39F1C4-AFC8-4CA7-A76D-361D88CD4557}" presName="node" presStyleLbl="node1" presStyleIdx="1" presStyleCnt="10" custScaleX="148648" custScaleY="127050">
        <dgm:presLayoutVars>
          <dgm:bulletEnabled val="1"/>
        </dgm:presLayoutVars>
      </dgm:prSet>
      <dgm:spPr/>
    </dgm:pt>
    <dgm:pt modelId="{FAA12654-8C44-460D-92CC-ACBCC9501D7C}" type="pres">
      <dgm:prSet presAssocID="{DD39F1C4-AFC8-4CA7-A76D-361D88CD4557}" presName="spNode" presStyleCnt="0"/>
      <dgm:spPr/>
    </dgm:pt>
    <dgm:pt modelId="{3EA0B8E0-8804-4F7A-A39D-DBB303228381}" type="pres">
      <dgm:prSet presAssocID="{12BC9A80-C697-4BA3-9B9B-17181FC41D01}" presName="sibTrans" presStyleLbl="sibTrans1D1" presStyleIdx="1" presStyleCnt="10" custScaleX="1501860"/>
      <dgm:spPr/>
    </dgm:pt>
    <dgm:pt modelId="{E727A3DC-053E-465E-B8E4-3B2B3BAB9E5C}" type="pres">
      <dgm:prSet presAssocID="{D3A91422-F54D-4E9D-B7B3-BA68B28AAB6E}" presName="node" presStyleLbl="node1" presStyleIdx="2" presStyleCnt="10" custScaleX="148648" custScaleY="127050">
        <dgm:presLayoutVars>
          <dgm:bulletEnabled val="1"/>
        </dgm:presLayoutVars>
      </dgm:prSet>
      <dgm:spPr/>
    </dgm:pt>
    <dgm:pt modelId="{415F3E0A-6C65-4350-AD9D-AC8C277123D5}" type="pres">
      <dgm:prSet presAssocID="{D3A91422-F54D-4E9D-B7B3-BA68B28AAB6E}" presName="spNode" presStyleCnt="0"/>
      <dgm:spPr/>
    </dgm:pt>
    <dgm:pt modelId="{FBE5142B-8273-47B3-B01D-A76CB5AB6F9C}" type="pres">
      <dgm:prSet presAssocID="{342ED3C4-73FA-4041-9865-CDE2B77EBE09}" presName="sibTrans" presStyleLbl="sibTrans1D1" presStyleIdx="2" presStyleCnt="10" custScaleX="1501860"/>
      <dgm:spPr/>
    </dgm:pt>
    <dgm:pt modelId="{5641E510-3FD8-4CB6-91B5-9D7C8903666C}" type="pres">
      <dgm:prSet presAssocID="{C017C85D-A4E0-4FB9-A54B-4A1042014E2E}" presName="node" presStyleLbl="node1" presStyleIdx="3" presStyleCnt="10" custScaleX="148648" custScaleY="127050">
        <dgm:presLayoutVars>
          <dgm:bulletEnabled val="1"/>
        </dgm:presLayoutVars>
      </dgm:prSet>
      <dgm:spPr/>
    </dgm:pt>
    <dgm:pt modelId="{EC92DB41-8846-4F23-AF26-F66B989EB741}" type="pres">
      <dgm:prSet presAssocID="{C017C85D-A4E0-4FB9-A54B-4A1042014E2E}" presName="spNode" presStyleCnt="0"/>
      <dgm:spPr/>
    </dgm:pt>
    <dgm:pt modelId="{EF3A0694-F7A5-487C-9349-A1B40DC3462C}" type="pres">
      <dgm:prSet presAssocID="{DC7FE8D7-41A0-4A1F-B0E1-BE801CF1E3BE}" presName="sibTrans" presStyleLbl="sibTrans1D1" presStyleIdx="3" presStyleCnt="10" custScaleX="1501860"/>
      <dgm:spPr/>
    </dgm:pt>
    <dgm:pt modelId="{DC0953EE-E5D9-43CE-B958-8EEA8CD19EC5}" type="pres">
      <dgm:prSet presAssocID="{071B1EB5-172D-4E58-A3CE-4DB8157DB25F}" presName="node" presStyleLbl="node1" presStyleIdx="4" presStyleCnt="10" custScaleX="148648" custScaleY="127050">
        <dgm:presLayoutVars>
          <dgm:bulletEnabled val="1"/>
        </dgm:presLayoutVars>
      </dgm:prSet>
      <dgm:spPr/>
    </dgm:pt>
    <dgm:pt modelId="{E4A2537B-79D0-429D-8A12-56EC6BFB527E}" type="pres">
      <dgm:prSet presAssocID="{071B1EB5-172D-4E58-A3CE-4DB8157DB25F}" presName="spNode" presStyleCnt="0"/>
      <dgm:spPr/>
    </dgm:pt>
    <dgm:pt modelId="{52861312-2CD4-4282-93DC-EB80326E7D98}" type="pres">
      <dgm:prSet presAssocID="{395E8E83-6925-4873-8937-52D8E0E1795D}" presName="sibTrans" presStyleLbl="sibTrans1D1" presStyleIdx="4" presStyleCnt="10" custScaleX="1501860"/>
      <dgm:spPr/>
    </dgm:pt>
    <dgm:pt modelId="{97D646AD-1D5C-47E3-8127-D30A2E12AD09}" type="pres">
      <dgm:prSet presAssocID="{A0C7C63A-6D90-4CE7-8C5E-9A2DBDA5B210}" presName="node" presStyleLbl="node1" presStyleIdx="5" presStyleCnt="10" custScaleX="148648" custScaleY="127050">
        <dgm:presLayoutVars>
          <dgm:bulletEnabled val="1"/>
        </dgm:presLayoutVars>
      </dgm:prSet>
      <dgm:spPr/>
    </dgm:pt>
    <dgm:pt modelId="{86838F40-8780-4E8B-94BB-029CDB561B87}" type="pres">
      <dgm:prSet presAssocID="{A0C7C63A-6D90-4CE7-8C5E-9A2DBDA5B210}" presName="spNode" presStyleCnt="0"/>
      <dgm:spPr/>
    </dgm:pt>
    <dgm:pt modelId="{8AF2B8C2-B72F-4A6A-B2FE-BE822E91E326}" type="pres">
      <dgm:prSet presAssocID="{F4AA442A-0F8C-497F-8809-B44F185F2C87}" presName="sibTrans" presStyleLbl="sibTrans1D1" presStyleIdx="5" presStyleCnt="10" custScaleX="1501860"/>
      <dgm:spPr/>
    </dgm:pt>
    <dgm:pt modelId="{B3BF2DF0-B325-4011-89F6-42EC54E63EEB}" type="pres">
      <dgm:prSet presAssocID="{69729B06-9547-4C83-94F4-B337DF1B4E93}" presName="node" presStyleLbl="node1" presStyleIdx="6" presStyleCnt="10" custScaleX="148648" custScaleY="127050">
        <dgm:presLayoutVars>
          <dgm:bulletEnabled val="1"/>
        </dgm:presLayoutVars>
      </dgm:prSet>
      <dgm:spPr/>
    </dgm:pt>
    <dgm:pt modelId="{8A1996DF-9709-46E1-8B26-BB7116CF5B40}" type="pres">
      <dgm:prSet presAssocID="{69729B06-9547-4C83-94F4-B337DF1B4E93}" presName="spNode" presStyleCnt="0"/>
      <dgm:spPr/>
    </dgm:pt>
    <dgm:pt modelId="{CF23E703-E22B-49EE-A222-E7BEDA35D541}" type="pres">
      <dgm:prSet presAssocID="{3727589D-DCC7-4B1A-8B54-2FDC6969E550}" presName="sibTrans" presStyleLbl="sibTrans1D1" presStyleIdx="6" presStyleCnt="10" custScaleX="1501860"/>
      <dgm:spPr/>
    </dgm:pt>
    <dgm:pt modelId="{50BAD080-F835-4578-9D50-DB7EC9906E79}" type="pres">
      <dgm:prSet presAssocID="{D41B6FD5-D762-415B-ABC2-55E89031C2A4}" presName="node" presStyleLbl="node1" presStyleIdx="7" presStyleCnt="10" custScaleX="148648" custScaleY="127050">
        <dgm:presLayoutVars>
          <dgm:bulletEnabled val="1"/>
        </dgm:presLayoutVars>
      </dgm:prSet>
      <dgm:spPr/>
    </dgm:pt>
    <dgm:pt modelId="{732E61CC-6D4A-4347-8DD2-14BFD3C36067}" type="pres">
      <dgm:prSet presAssocID="{D41B6FD5-D762-415B-ABC2-55E89031C2A4}" presName="spNode" presStyleCnt="0"/>
      <dgm:spPr/>
    </dgm:pt>
    <dgm:pt modelId="{0D911844-F4B9-4883-A7A7-2445E6F57AE0}" type="pres">
      <dgm:prSet presAssocID="{85AC99D7-6F96-4B0E-A941-A8BC31872ECF}" presName="sibTrans" presStyleLbl="sibTrans1D1" presStyleIdx="7" presStyleCnt="10" custScaleX="1501860"/>
      <dgm:spPr/>
    </dgm:pt>
    <dgm:pt modelId="{BB84CCBD-831A-47BA-AC68-C908ADE003B9}" type="pres">
      <dgm:prSet presAssocID="{4FE44919-48B8-4FFB-AF66-CCDF05F7AA14}" presName="node" presStyleLbl="node1" presStyleIdx="8" presStyleCnt="10" custScaleX="148648" custScaleY="127050">
        <dgm:presLayoutVars>
          <dgm:bulletEnabled val="1"/>
        </dgm:presLayoutVars>
      </dgm:prSet>
      <dgm:spPr/>
    </dgm:pt>
    <dgm:pt modelId="{36A5E6AB-0428-406A-B00F-0AC362DDAE2B}" type="pres">
      <dgm:prSet presAssocID="{4FE44919-48B8-4FFB-AF66-CCDF05F7AA14}" presName="spNode" presStyleCnt="0"/>
      <dgm:spPr/>
    </dgm:pt>
    <dgm:pt modelId="{98E227A7-6443-4ACA-85B4-34FB69447995}" type="pres">
      <dgm:prSet presAssocID="{6A3D1A33-CB86-4DFA-A421-3CD80255AA74}" presName="sibTrans" presStyleLbl="sibTrans1D1" presStyleIdx="8" presStyleCnt="10" custScaleX="1501860"/>
      <dgm:spPr/>
    </dgm:pt>
    <dgm:pt modelId="{35AF98EF-405B-4D5A-94EC-524EB3862D8C}" type="pres">
      <dgm:prSet presAssocID="{8876F088-DB13-4A25-9A54-EB054DC15FD2}" presName="node" presStyleLbl="node1" presStyleIdx="9" presStyleCnt="10" custScaleX="148648" custScaleY="127050">
        <dgm:presLayoutVars>
          <dgm:bulletEnabled val="1"/>
        </dgm:presLayoutVars>
      </dgm:prSet>
      <dgm:spPr/>
    </dgm:pt>
    <dgm:pt modelId="{906A10F8-40C7-4999-8F52-80FA3ECECE2F}" type="pres">
      <dgm:prSet presAssocID="{8876F088-DB13-4A25-9A54-EB054DC15FD2}" presName="spNode" presStyleCnt="0"/>
      <dgm:spPr/>
    </dgm:pt>
    <dgm:pt modelId="{AD46351C-179F-4B9B-B812-1A33174A8D64}" type="pres">
      <dgm:prSet presAssocID="{D5809D5C-AD74-49C9-80A8-6A5696856DBA}" presName="sibTrans" presStyleLbl="sibTrans1D1" presStyleIdx="9" presStyleCnt="10" custScaleX="1501860"/>
      <dgm:spPr/>
    </dgm:pt>
  </dgm:ptLst>
  <dgm:cxnLst>
    <dgm:cxn modelId="{7079F215-16F2-4538-A2E2-E242F78A81DF}" srcId="{D81F933B-2123-47A0-A4DA-E3D0D00AED50}" destId="{69729B06-9547-4C83-94F4-B337DF1B4E93}" srcOrd="6" destOrd="0" parTransId="{08832461-1B8D-4687-A713-3F4517E6BF2B}" sibTransId="{3727589D-DCC7-4B1A-8B54-2FDC6969E550}"/>
    <dgm:cxn modelId="{1AD21C28-604E-499A-A246-137A99325E9A}" type="presOf" srcId="{D41B6FD5-D762-415B-ABC2-55E89031C2A4}" destId="{50BAD080-F835-4578-9D50-DB7EC9906E79}" srcOrd="0" destOrd="0" presId="urn:microsoft.com/office/officeart/2005/8/layout/cycle6"/>
    <dgm:cxn modelId="{D5E84D28-B60C-44AE-AB8C-0CFF86E6007E}" type="presOf" srcId="{D81F933B-2123-47A0-A4DA-E3D0D00AED50}" destId="{ADF57A8B-AC32-4669-A40C-7A9667CDF41C}" srcOrd="0" destOrd="0" presId="urn:microsoft.com/office/officeart/2005/8/layout/cycle6"/>
    <dgm:cxn modelId="{CFD4572F-2733-456E-80AD-171CDFAAD578}" type="presOf" srcId="{85AC99D7-6F96-4B0E-A941-A8BC31872ECF}" destId="{0D911844-F4B9-4883-A7A7-2445E6F57AE0}" srcOrd="0" destOrd="0" presId="urn:microsoft.com/office/officeart/2005/8/layout/cycle6"/>
    <dgm:cxn modelId="{ECD01830-99F1-4773-86FA-E616E6F45679}" type="presOf" srcId="{12BC9A80-C697-4BA3-9B9B-17181FC41D01}" destId="{3EA0B8E0-8804-4F7A-A39D-DBB303228381}" srcOrd="0" destOrd="0" presId="urn:microsoft.com/office/officeart/2005/8/layout/cycle6"/>
    <dgm:cxn modelId="{A275C75C-2924-47F1-9C82-8BE70176AB23}" type="presOf" srcId="{7A1DB437-4F84-4FA9-9A58-B6F2770854BE}" destId="{F5C50680-2C48-476D-A516-A34392A17F3A}" srcOrd="0" destOrd="0" presId="urn:microsoft.com/office/officeart/2005/8/layout/cycle6"/>
    <dgm:cxn modelId="{4285F461-2D0D-4B63-BE8E-C5A287A632D7}" srcId="{D81F933B-2123-47A0-A4DA-E3D0D00AED50}" destId="{A0C7C63A-6D90-4CE7-8C5E-9A2DBDA5B210}" srcOrd="5" destOrd="0" parTransId="{0AC1896B-C066-438E-AFFA-92EE3BE45E72}" sibTransId="{F4AA442A-0F8C-497F-8809-B44F185F2C87}"/>
    <dgm:cxn modelId="{D9E92143-EAF9-4793-B27D-7091E066D18B}" srcId="{D81F933B-2123-47A0-A4DA-E3D0D00AED50}" destId="{8876F088-DB13-4A25-9A54-EB054DC15FD2}" srcOrd="9" destOrd="0" parTransId="{2CC81F8C-E401-4D90-823D-B68BE6B10C93}" sibTransId="{D5809D5C-AD74-49C9-80A8-6A5696856DBA}"/>
    <dgm:cxn modelId="{354A5B67-4F4F-4CF1-9EC7-5D51FE51B634}" type="presOf" srcId="{3727589D-DCC7-4B1A-8B54-2FDC6969E550}" destId="{CF23E703-E22B-49EE-A222-E7BEDA35D541}" srcOrd="0" destOrd="0" presId="urn:microsoft.com/office/officeart/2005/8/layout/cycle6"/>
    <dgm:cxn modelId="{BE148A6C-9AC6-4A68-9DF1-A6200D95D9E5}" type="presOf" srcId="{342ED3C4-73FA-4041-9865-CDE2B77EBE09}" destId="{FBE5142B-8273-47B3-B01D-A76CB5AB6F9C}" srcOrd="0" destOrd="0" presId="urn:microsoft.com/office/officeart/2005/8/layout/cycle6"/>
    <dgm:cxn modelId="{74CC6351-B038-44E3-A510-0A4E05CDFE3C}" type="presOf" srcId="{4FE44919-48B8-4FFB-AF66-CCDF05F7AA14}" destId="{BB84CCBD-831A-47BA-AC68-C908ADE003B9}" srcOrd="0" destOrd="0" presId="urn:microsoft.com/office/officeart/2005/8/layout/cycle6"/>
    <dgm:cxn modelId="{0B367371-3202-41D6-A5B7-C7DDF61ED44F}" type="presOf" srcId="{8876F088-DB13-4A25-9A54-EB054DC15FD2}" destId="{35AF98EF-405B-4D5A-94EC-524EB3862D8C}" srcOrd="0" destOrd="0" presId="urn:microsoft.com/office/officeart/2005/8/layout/cycle6"/>
    <dgm:cxn modelId="{C6E65E53-C6E7-465D-BACA-59DE794E133C}" type="presOf" srcId="{F4AA442A-0F8C-497F-8809-B44F185F2C87}" destId="{8AF2B8C2-B72F-4A6A-B2FE-BE822E91E326}" srcOrd="0" destOrd="0" presId="urn:microsoft.com/office/officeart/2005/8/layout/cycle6"/>
    <dgm:cxn modelId="{FA85E978-1491-416D-917E-A66B0376EB7E}" type="presOf" srcId="{DC7FE8D7-41A0-4A1F-B0E1-BE801CF1E3BE}" destId="{EF3A0694-F7A5-487C-9349-A1B40DC3462C}" srcOrd="0" destOrd="0" presId="urn:microsoft.com/office/officeart/2005/8/layout/cycle6"/>
    <dgm:cxn modelId="{7813E679-D6C2-45B6-A778-0E762AE05C6F}" srcId="{D81F933B-2123-47A0-A4DA-E3D0D00AED50}" destId="{DD39F1C4-AFC8-4CA7-A76D-361D88CD4557}" srcOrd="1" destOrd="0" parTransId="{65F93D37-8105-4004-9DAA-53C625B10509}" sibTransId="{12BC9A80-C697-4BA3-9B9B-17181FC41D01}"/>
    <dgm:cxn modelId="{7464E67E-86D5-466A-A735-38C87FEC34E5}" srcId="{D81F933B-2123-47A0-A4DA-E3D0D00AED50}" destId="{4FE44919-48B8-4FFB-AF66-CCDF05F7AA14}" srcOrd="8" destOrd="0" parTransId="{811A2A54-0C4B-4AE0-A1CD-2BD58699DFA9}" sibTransId="{6A3D1A33-CB86-4DFA-A421-3CD80255AA74}"/>
    <dgm:cxn modelId="{FE42DB9A-A17B-48CB-B77F-0639EB4897E3}" srcId="{D81F933B-2123-47A0-A4DA-E3D0D00AED50}" destId="{D41B6FD5-D762-415B-ABC2-55E89031C2A4}" srcOrd="7" destOrd="0" parTransId="{76962C4D-BE14-4177-B860-226121ABD47A}" sibTransId="{85AC99D7-6F96-4B0E-A941-A8BC31872ECF}"/>
    <dgm:cxn modelId="{DB7B00A5-48CC-4CDE-B990-28D79FFA6601}" srcId="{D81F933B-2123-47A0-A4DA-E3D0D00AED50}" destId="{C017C85D-A4E0-4FB9-A54B-4A1042014E2E}" srcOrd="3" destOrd="0" parTransId="{56C1ECD3-DD6D-4F47-A3B4-3AAE64749480}" sibTransId="{DC7FE8D7-41A0-4A1F-B0E1-BE801CF1E3BE}"/>
    <dgm:cxn modelId="{FDF42AA8-946B-4065-843A-5B501E214D95}" type="presOf" srcId="{071B1EB5-172D-4E58-A3CE-4DB8157DB25F}" destId="{DC0953EE-E5D9-43CE-B958-8EEA8CD19EC5}" srcOrd="0" destOrd="0" presId="urn:microsoft.com/office/officeart/2005/8/layout/cycle6"/>
    <dgm:cxn modelId="{0A4044A9-E981-47E4-BF87-71D4A4C3C2D3}" type="presOf" srcId="{C017C85D-A4E0-4FB9-A54B-4A1042014E2E}" destId="{5641E510-3FD8-4CB6-91B5-9D7C8903666C}" srcOrd="0" destOrd="0" presId="urn:microsoft.com/office/officeart/2005/8/layout/cycle6"/>
    <dgm:cxn modelId="{1CC28EAB-F751-4A58-8D05-436596B6F2F0}" type="presOf" srcId="{D5809D5C-AD74-49C9-80A8-6A5696856DBA}" destId="{AD46351C-179F-4B9B-B812-1A33174A8D64}" srcOrd="0" destOrd="0" presId="urn:microsoft.com/office/officeart/2005/8/layout/cycle6"/>
    <dgm:cxn modelId="{411DCEAF-B5A5-4BF8-9C41-81D44D4E1B32}" srcId="{D81F933B-2123-47A0-A4DA-E3D0D00AED50}" destId="{D3A91422-F54D-4E9D-B7B3-BA68B28AAB6E}" srcOrd="2" destOrd="0" parTransId="{5E9BAFAB-908B-4913-AD88-CF53E18E5453}" sibTransId="{342ED3C4-73FA-4041-9865-CDE2B77EBE09}"/>
    <dgm:cxn modelId="{6D7E97B6-1EF3-4D6F-AB04-55AAFA4E8219}" srcId="{D81F933B-2123-47A0-A4DA-E3D0D00AED50}" destId="{071B1EB5-172D-4E58-A3CE-4DB8157DB25F}" srcOrd="4" destOrd="0" parTransId="{6EE346BF-908E-4AC1-9851-15BB2A7A79EE}" sibTransId="{395E8E83-6925-4873-8937-52D8E0E1795D}"/>
    <dgm:cxn modelId="{D97E2CBB-C255-4A0F-B0CF-A82C8695BAFB}" srcId="{D81F933B-2123-47A0-A4DA-E3D0D00AED50}" destId="{050C48E8-0D18-4A98-BA9F-5F976FC33D71}" srcOrd="0" destOrd="0" parTransId="{DCABBA87-E98F-4B52-AB9D-487FEE2F65D7}" sibTransId="{7A1DB437-4F84-4FA9-9A58-B6F2770854BE}"/>
    <dgm:cxn modelId="{B12D0DCA-6BC1-44D2-ACF2-1970BAF2E86B}" type="presOf" srcId="{A0C7C63A-6D90-4CE7-8C5E-9A2DBDA5B210}" destId="{97D646AD-1D5C-47E3-8127-D30A2E12AD09}" srcOrd="0" destOrd="0" presId="urn:microsoft.com/office/officeart/2005/8/layout/cycle6"/>
    <dgm:cxn modelId="{374091E0-9B0E-4A23-880E-3420E24CD5E8}" type="presOf" srcId="{6A3D1A33-CB86-4DFA-A421-3CD80255AA74}" destId="{98E227A7-6443-4ACA-85B4-34FB69447995}" srcOrd="0" destOrd="0" presId="urn:microsoft.com/office/officeart/2005/8/layout/cycle6"/>
    <dgm:cxn modelId="{928DFAE4-1E26-412A-98FE-4D4F73913009}" type="presOf" srcId="{D3A91422-F54D-4E9D-B7B3-BA68B28AAB6E}" destId="{E727A3DC-053E-465E-B8E4-3B2B3BAB9E5C}" srcOrd="0" destOrd="0" presId="urn:microsoft.com/office/officeart/2005/8/layout/cycle6"/>
    <dgm:cxn modelId="{1E1C51E9-D1D8-4D94-B1AD-0DFE08671452}" type="presOf" srcId="{050C48E8-0D18-4A98-BA9F-5F976FC33D71}" destId="{EDBD717D-5284-4A4E-ABE6-26258DA18F0A}" srcOrd="0" destOrd="0" presId="urn:microsoft.com/office/officeart/2005/8/layout/cycle6"/>
    <dgm:cxn modelId="{54D374EE-7DD9-4238-9224-6A62D0E3E70B}" type="presOf" srcId="{DD39F1C4-AFC8-4CA7-A76D-361D88CD4557}" destId="{190D4983-CD1A-405A-9C6E-3AA1BA1D3861}" srcOrd="0" destOrd="0" presId="urn:microsoft.com/office/officeart/2005/8/layout/cycle6"/>
    <dgm:cxn modelId="{F4406AF6-56EF-4E15-9D01-CD6976829D1B}" type="presOf" srcId="{69729B06-9547-4C83-94F4-B337DF1B4E93}" destId="{B3BF2DF0-B325-4011-89F6-42EC54E63EEB}" srcOrd="0" destOrd="0" presId="urn:microsoft.com/office/officeart/2005/8/layout/cycle6"/>
    <dgm:cxn modelId="{CDD676FF-E8B1-4D37-A46D-5A83CBFE9E82}" type="presOf" srcId="{395E8E83-6925-4873-8937-52D8E0E1795D}" destId="{52861312-2CD4-4282-93DC-EB80326E7D98}" srcOrd="0" destOrd="0" presId="urn:microsoft.com/office/officeart/2005/8/layout/cycle6"/>
    <dgm:cxn modelId="{FDF79772-2199-4CDF-BF4D-F02EA7FB536D}" type="presParOf" srcId="{ADF57A8B-AC32-4669-A40C-7A9667CDF41C}" destId="{EDBD717D-5284-4A4E-ABE6-26258DA18F0A}" srcOrd="0" destOrd="0" presId="urn:microsoft.com/office/officeart/2005/8/layout/cycle6"/>
    <dgm:cxn modelId="{BB91AF8C-ABE3-464D-ABF7-175B9DF41FE7}" type="presParOf" srcId="{ADF57A8B-AC32-4669-A40C-7A9667CDF41C}" destId="{58C02828-B09D-4795-B0C5-C5CC7D63B44B}" srcOrd="1" destOrd="0" presId="urn:microsoft.com/office/officeart/2005/8/layout/cycle6"/>
    <dgm:cxn modelId="{054F0813-A886-4396-AC53-4480C49F1E59}" type="presParOf" srcId="{ADF57A8B-AC32-4669-A40C-7A9667CDF41C}" destId="{F5C50680-2C48-476D-A516-A34392A17F3A}" srcOrd="2" destOrd="0" presId="urn:microsoft.com/office/officeart/2005/8/layout/cycle6"/>
    <dgm:cxn modelId="{99A97177-1F0F-488B-9DB2-685691B82B3E}" type="presParOf" srcId="{ADF57A8B-AC32-4669-A40C-7A9667CDF41C}" destId="{190D4983-CD1A-405A-9C6E-3AA1BA1D3861}" srcOrd="3" destOrd="0" presId="urn:microsoft.com/office/officeart/2005/8/layout/cycle6"/>
    <dgm:cxn modelId="{6843E0CC-F061-4B74-987E-43ABDF3D9F5F}" type="presParOf" srcId="{ADF57A8B-AC32-4669-A40C-7A9667CDF41C}" destId="{FAA12654-8C44-460D-92CC-ACBCC9501D7C}" srcOrd="4" destOrd="0" presId="urn:microsoft.com/office/officeart/2005/8/layout/cycle6"/>
    <dgm:cxn modelId="{F2639D97-8D7E-4C42-9C98-8F4AD506DCEA}" type="presParOf" srcId="{ADF57A8B-AC32-4669-A40C-7A9667CDF41C}" destId="{3EA0B8E0-8804-4F7A-A39D-DBB303228381}" srcOrd="5" destOrd="0" presId="urn:microsoft.com/office/officeart/2005/8/layout/cycle6"/>
    <dgm:cxn modelId="{25E69D73-4E61-4002-898E-A4C35B23DFA8}" type="presParOf" srcId="{ADF57A8B-AC32-4669-A40C-7A9667CDF41C}" destId="{E727A3DC-053E-465E-B8E4-3B2B3BAB9E5C}" srcOrd="6" destOrd="0" presId="urn:microsoft.com/office/officeart/2005/8/layout/cycle6"/>
    <dgm:cxn modelId="{CD6193EA-F4A8-444B-8D1C-CEA0D905CBE1}" type="presParOf" srcId="{ADF57A8B-AC32-4669-A40C-7A9667CDF41C}" destId="{415F3E0A-6C65-4350-AD9D-AC8C277123D5}" srcOrd="7" destOrd="0" presId="urn:microsoft.com/office/officeart/2005/8/layout/cycle6"/>
    <dgm:cxn modelId="{DB74BC83-B013-4455-920B-3E7372070644}" type="presParOf" srcId="{ADF57A8B-AC32-4669-A40C-7A9667CDF41C}" destId="{FBE5142B-8273-47B3-B01D-A76CB5AB6F9C}" srcOrd="8" destOrd="0" presId="urn:microsoft.com/office/officeart/2005/8/layout/cycle6"/>
    <dgm:cxn modelId="{B19D7D29-EC2E-4B0C-915B-FBEEC2488EE5}" type="presParOf" srcId="{ADF57A8B-AC32-4669-A40C-7A9667CDF41C}" destId="{5641E510-3FD8-4CB6-91B5-9D7C8903666C}" srcOrd="9" destOrd="0" presId="urn:microsoft.com/office/officeart/2005/8/layout/cycle6"/>
    <dgm:cxn modelId="{441A4F04-3166-4C56-B0EC-F654D817D07D}" type="presParOf" srcId="{ADF57A8B-AC32-4669-A40C-7A9667CDF41C}" destId="{EC92DB41-8846-4F23-AF26-F66B989EB741}" srcOrd="10" destOrd="0" presId="urn:microsoft.com/office/officeart/2005/8/layout/cycle6"/>
    <dgm:cxn modelId="{3AC60C9A-A5B2-495A-8B0A-01D7B2AC853A}" type="presParOf" srcId="{ADF57A8B-AC32-4669-A40C-7A9667CDF41C}" destId="{EF3A0694-F7A5-487C-9349-A1B40DC3462C}" srcOrd="11" destOrd="0" presId="urn:microsoft.com/office/officeart/2005/8/layout/cycle6"/>
    <dgm:cxn modelId="{21A0A9AB-C1E8-4573-9493-83716DE19226}" type="presParOf" srcId="{ADF57A8B-AC32-4669-A40C-7A9667CDF41C}" destId="{DC0953EE-E5D9-43CE-B958-8EEA8CD19EC5}" srcOrd="12" destOrd="0" presId="urn:microsoft.com/office/officeart/2005/8/layout/cycle6"/>
    <dgm:cxn modelId="{04BC1BA0-0CFD-425E-A6B7-DE1C219D163D}" type="presParOf" srcId="{ADF57A8B-AC32-4669-A40C-7A9667CDF41C}" destId="{E4A2537B-79D0-429D-8A12-56EC6BFB527E}" srcOrd="13" destOrd="0" presId="urn:microsoft.com/office/officeart/2005/8/layout/cycle6"/>
    <dgm:cxn modelId="{DDF634AC-2FB1-4668-A898-4127228A2638}" type="presParOf" srcId="{ADF57A8B-AC32-4669-A40C-7A9667CDF41C}" destId="{52861312-2CD4-4282-93DC-EB80326E7D98}" srcOrd="14" destOrd="0" presId="urn:microsoft.com/office/officeart/2005/8/layout/cycle6"/>
    <dgm:cxn modelId="{ADA03D02-8878-45D3-8C18-56280EDA593E}" type="presParOf" srcId="{ADF57A8B-AC32-4669-A40C-7A9667CDF41C}" destId="{97D646AD-1D5C-47E3-8127-D30A2E12AD09}" srcOrd="15" destOrd="0" presId="urn:microsoft.com/office/officeart/2005/8/layout/cycle6"/>
    <dgm:cxn modelId="{34AEF7FA-7318-4BA8-AB61-F25822B1613B}" type="presParOf" srcId="{ADF57A8B-AC32-4669-A40C-7A9667CDF41C}" destId="{86838F40-8780-4E8B-94BB-029CDB561B87}" srcOrd="16" destOrd="0" presId="urn:microsoft.com/office/officeart/2005/8/layout/cycle6"/>
    <dgm:cxn modelId="{0AB5A912-66B1-4F69-8384-2F591D612858}" type="presParOf" srcId="{ADF57A8B-AC32-4669-A40C-7A9667CDF41C}" destId="{8AF2B8C2-B72F-4A6A-B2FE-BE822E91E326}" srcOrd="17" destOrd="0" presId="urn:microsoft.com/office/officeart/2005/8/layout/cycle6"/>
    <dgm:cxn modelId="{2EE35548-7AB9-495B-B87B-6A11903FF495}" type="presParOf" srcId="{ADF57A8B-AC32-4669-A40C-7A9667CDF41C}" destId="{B3BF2DF0-B325-4011-89F6-42EC54E63EEB}" srcOrd="18" destOrd="0" presId="urn:microsoft.com/office/officeart/2005/8/layout/cycle6"/>
    <dgm:cxn modelId="{9806FC82-082D-4159-A331-892EEF371E80}" type="presParOf" srcId="{ADF57A8B-AC32-4669-A40C-7A9667CDF41C}" destId="{8A1996DF-9709-46E1-8B26-BB7116CF5B40}" srcOrd="19" destOrd="0" presId="urn:microsoft.com/office/officeart/2005/8/layout/cycle6"/>
    <dgm:cxn modelId="{ECA6FCAF-B6EB-41E4-9C86-A7D2C3766FD4}" type="presParOf" srcId="{ADF57A8B-AC32-4669-A40C-7A9667CDF41C}" destId="{CF23E703-E22B-49EE-A222-E7BEDA35D541}" srcOrd="20" destOrd="0" presId="urn:microsoft.com/office/officeart/2005/8/layout/cycle6"/>
    <dgm:cxn modelId="{4BE2DB06-2EEE-45D9-AEAC-DE97B6B5F5E7}" type="presParOf" srcId="{ADF57A8B-AC32-4669-A40C-7A9667CDF41C}" destId="{50BAD080-F835-4578-9D50-DB7EC9906E79}" srcOrd="21" destOrd="0" presId="urn:microsoft.com/office/officeart/2005/8/layout/cycle6"/>
    <dgm:cxn modelId="{B2C63AAE-C196-43F9-A0C0-8F5D449D765D}" type="presParOf" srcId="{ADF57A8B-AC32-4669-A40C-7A9667CDF41C}" destId="{732E61CC-6D4A-4347-8DD2-14BFD3C36067}" srcOrd="22" destOrd="0" presId="urn:microsoft.com/office/officeart/2005/8/layout/cycle6"/>
    <dgm:cxn modelId="{8759C310-B529-4BD1-B6E0-8F43985B17B7}" type="presParOf" srcId="{ADF57A8B-AC32-4669-A40C-7A9667CDF41C}" destId="{0D911844-F4B9-4883-A7A7-2445E6F57AE0}" srcOrd="23" destOrd="0" presId="urn:microsoft.com/office/officeart/2005/8/layout/cycle6"/>
    <dgm:cxn modelId="{2694CD00-AD6F-4FF2-B650-E50D3F0DD004}" type="presParOf" srcId="{ADF57A8B-AC32-4669-A40C-7A9667CDF41C}" destId="{BB84CCBD-831A-47BA-AC68-C908ADE003B9}" srcOrd="24" destOrd="0" presId="urn:microsoft.com/office/officeart/2005/8/layout/cycle6"/>
    <dgm:cxn modelId="{3F68C5A1-DBBC-4AF5-9932-CAF40EE7A90E}" type="presParOf" srcId="{ADF57A8B-AC32-4669-A40C-7A9667CDF41C}" destId="{36A5E6AB-0428-406A-B00F-0AC362DDAE2B}" srcOrd="25" destOrd="0" presId="urn:microsoft.com/office/officeart/2005/8/layout/cycle6"/>
    <dgm:cxn modelId="{64B0E8DD-6FCD-4B34-9564-28317EA9B958}" type="presParOf" srcId="{ADF57A8B-AC32-4669-A40C-7A9667CDF41C}" destId="{98E227A7-6443-4ACA-85B4-34FB69447995}" srcOrd="26" destOrd="0" presId="urn:microsoft.com/office/officeart/2005/8/layout/cycle6"/>
    <dgm:cxn modelId="{2BB16588-75C9-4FF0-9E13-A3D9FD2FB02D}" type="presParOf" srcId="{ADF57A8B-AC32-4669-A40C-7A9667CDF41C}" destId="{35AF98EF-405B-4D5A-94EC-524EB3862D8C}" srcOrd="27" destOrd="0" presId="urn:microsoft.com/office/officeart/2005/8/layout/cycle6"/>
    <dgm:cxn modelId="{BCBCB046-2D80-4ABA-9DE1-00BF693A5A1B}" type="presParOf" srcId="{ADF57A8B-AC32-4669-A40C-7A9667CDF41C}" destId="{906A10F8-40C7-4999-8F52-80FA3ECECE2F}" srcOrd="28" destOrd="0" presId="urn:microsoft.com/office/officeart/2005/8/layout/cycle6"/>
    <dgm:cxn modelId="{7F3F7665-793D-4983-A261-8CD73D1AC3A5}" type="presParOf" srcId="{ADF57A8B-AC32-4669-A40C-7A9667CDF41C}" destId="{AD46351C-179F-4B9B-B812-1A33174A8D64}" srcOrd="29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60EC623-761D-44FB-92D6-56C1E8D0E577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3" csCatId="colorful" phldr="1"/>
      <dgm:spPr/>
    </dgm:pt>
    <dgm:pt modelId="{4726E4AC-8001-4EAC-B6E3-8C0C5580E75A}">
      <dgm:prSet phldrT="[Text]"/>
      <dgm:spPr/>
      <dgm:t>
        <a:bodyPr/>
        <a:lstStyle/>
        <a:p>
          <a:r>
            <a:rPr lang="en-US" dirty="0"/>
            <a:t>Scalability</a:t>
          </a:r>
        </a:p>
      </dgm:t>
    </dgm:pt>
    <dgm:pt modelId="{086FB8CC-FB70-4AEC-BD2D-F072D9E2B67B}" type="parTrans" cxnId="{3D0C897B-6756-4C7E-ABB1-DC90DA34C0F2}">
      <dgm:prSet/>
      <dgm:spPr/>
      <dgm:t>
        <a:bodyPr/>
        <a:lstStyle/>
        <a:p>
          <a:endParaRPr lang="en-US"/>
        </a:p>
      </dgm:t>
    </dgm:pt>
    <dgm:pt modelId="{045FAAC9-7172-4B62-8E48-E0D18AD197A4}" type="sibTrans" cxnId="{3D0C897B-6756-4C7E-ABB1-DC90DA34C0F2}">
      <dgm:prSet/>
      <dgm:spPr/>
      <dgm:t>
        <a:bodyPr/>
        <a:lstStyle/>
        <a:p>
          <a:endParaRPr lang="en-US"/>
        </a:p>
      </dgm:t>
    </dgm:pt>
    <dgm:pt modelId="{1A00CC91-E4A3-4308-B367-ED8854EAB96D}">
      <dgm:prSet phldrT="[Text]"/>
      <dgm:spPr/>
      <dgm:t>
        <a:bodyPr/>
        <a:lstStyle/>
        <a:p>
          <a:r>
            <a:rPr lang="en-US" dirty="0"/>
            <a:t>Performance</a:t>
          </a:r>
        </a:p>
      </dgm:t>
    </dgm:pt>
    <dgm:pt modelId="{59F0103B-A021-40DF-99B4-F489D4FC857D}" type="parTrans" cxnId="{481E78D7-7440-4B8E-BCBB-B54AC2157791}">
      <dgm:prSet/>
      <dgm:spPr/>
      <dgm:t>
        <a:bodyPr/>
        <a:lstStyle/>
        <a:p>
          <a:endParaRPr lang="en-US"/>
        </a:p>
      </dgm:t>
    </dgm:pt>
    <dgm:pt modelId="{BE55F2F1-5327-456B-B809-797FD36A9701}" type="sibTrans" cxnId="{481E78D7-7440-4B8E-BCBB-B54AC2157791}">
      <dgm:prSet/>
      <dgm:spPr/>
      <dgm:t>
        <a:bodyPr/>
        <a:lstStyle/>
        <a:p>
          <a:endParaRPr lang="en-US"/>
        </a:p>
      </dgm:t>
    </dgm:pt>
    <dgm:pt modelId="{584A0CA3-7B88-4B97-9D98-29BC2169F273}">
      <dgm:prSet phldrT="[Text]"/>
      <dgm:spPr/>
      <dgm:t>
        <a:bodyPr/>
        <a:lstStyle/>
        <a:p>
          <a:r>
            <a:rPr lang="en-US" dirty="0"/>
            <a:t>Privacy</a:t>
          </a:r>
        </a:p>
      </dgm:t>
    </dgm:pt>
    <dgm:pt modelId="{20BA52D3-47F3-495E-A70B-A22FFFB1BC70}" type="parTrans" cxnId="{4D4A6D3D-292E-420A-98B0-329DBEDCA644}">
      <dgm:prSet/>
      <dgm:spPr/>
      <dgm:t>
        <a:bodyPr/>
        <a:lstStyle/>
        <a:p>
          <a:endParaRPr lang="en-US"/>
        </a:p>
      </dgm:t>
    </dgm:pt>
    <dgm:pt modelId="{E6A8D226-8666-4F00-B17B-C43A86D6E5EF}" type="sibTrans" cxnId="{4D4A6D3D-292E-420A-98B0-329DBEDCA644}">
      <dgm:prSet/>
      <dgm:spPr/>
      <dgm:t>
        <a:bodyPr/>
        <a:lstStyle/>
        <a:p>
          <a:endParaRPr lang="en-US"/>
        </a:p>
      </dgm:t>
    </dgm:pt>
    <dgm:pt modelId="{494853F7-88E9-4871-8D71-5966693F5181}">
      <dgm:prSet phldrT="[Text]"/>
      <dgm:spPr/>
      <dgm:t>
        <a:bodyPr/>
        <a:lstStyle/>
        <a:p>
          <a:r>
            <a:rPr lang="en-US" dirty="0"/>
            <a:t>Environment</a:t>
          </a:r>
        </a:p>
      </dgm:t>
    </dgm:pt>
    <dgm:pt modelId="{F3B35F8C-AA76-40B6-A1FE-1739A02B09D9}" type="parTrans" cxnId="{5FEEEB8C-A7B1-4322-8318-A4B036FBFB79}">
      <dgm:prSet/>
      <dgm:spPr/>
      <dgm:t>
        <a:bodyPr/>
        <a:lstStyle/>
        <a:p>
          <a:endParaRPr lang="en-US"/>
        </a:p>
      </dgm:t>
    </dgm:pt>
    <dgm:pt modelId="{7413BB1E-45EA-48E1-9EF3-8F87D0BF9E6F}" type="sibTrans" cxnId="{5FEEEB8C-A7B1-4322-8318-A4B036FBFB79}">
      <dgm:prSet/>
      <dgm:spPr/>
      <dgm:t>
        <a:bodyPr/>
        <a:lstStyle/>
        <a:p>
          <a:endParaRPr lang="en-US"/>
        </a:p>
      </dgm:t>
    </dgm:pt>
    <dgm:pt modelId="{7852E779-80A2-4DAB-9D4E-825DB8C661C6}">
      <dgm:prSet phldrT="[Text]"/>
      <dgm:spPr/>
      <dgm:t>
        <a:bodyPr/>
        <a:lstStyle/>
        <a:p>
          <a:r>
            <a:rPr lang="en-US" dirty="0"/>
            <a:t>Regulation</a:t>
          </a:r>
        </a:p>
      </dgm:t>
    </dgm:pt>
    <dgm:pt modelId="{F00D89B3-DE3A-41AF-8002-AF3CD25A58E7}" type="parTrans" cxnId="{6347B2E2-D6A1-41D8-8808-0AA8A2D4EC15}">
      <dgm:prSet/>
      <dgm:spPr/>
      <dgm:t>
        <a:bodyPr/>
        <a:lstStyle/>
        <a:p>
          <a:endParaRPr lang="en-US"/>
        </a:p>
      </dgm:t>
    </dgm:pt>
    <dgm:pt modelId="{243D80BC-9B98-46C3-9AC9-9108E75AA4B0}" type="sibTrans" cxnId="{6347B2E2-D6A1-41D8-8808-0AA8A2D4EC15}">
      <dgm:prSet/>
      <dgm:spPr/>
      <dgm:t>
        <a:bodyPr/>
        <a:lstStyle/>
        <a:p>
          <a:endParaRPr lang="en-US"/>
        </a:p>
      </dgm:t>
    </dgm:pt>
    <dgm:pt modelId="{C7DBE820-1787-4F09-954F-C951906F2884}">
      <dgm:prSet phldrT="[Text]"/>
      <dgm:spPr/>
      <dgm:t>
        <a:bodyPr/>
        <a:lstStyle/>
        <a:p>
          <a:r>
            <a:rPr lang="en-US"/>
            <a:t>Complexity</a:t>
          </a:r>
          <a:endParaRPr lang="en-US" dirty="0"/>
        </a:p>
      </dgm:t>
    </dgm:pt>
    <dgm:pt modelId="{91EC1268-23B0-4795-9042-D27F93E5D564}" type="parTrans" cxnId="{B79790F2-C8DB-4B5E-8602-983F495329BD}">
      <dgm:prSet/>
      <dgm:spPr/>
      <dgm:t>
        <a:bodyPr/>
        <a:lstStyle/>
        <a:p>
          <a:endParaRPr lang="en-US"/>
        </a:p>
      </dgm:t>
    </dgm:pt>
    <dgm:pt modelId="{35BE49EB-B8C7-4F53-8D29-799E14259942}" type="sibTrans" cxnId="{B79790F2-C8DB-4B5E-8602-983F495329BD}">
      <dgm:prSet/>
      <dgm:spPr/>
      <dgm:t>
        <a:bodyPr/>
        <a:lstStyle/>
        <a:p>
          <a:endParaRPr lang="en-US"/>
        </a:p>
      </dgm:t>
    </dgm:pt>
    <dgm:pt modelId="{AF844E9F-96AD-48D7-BDE8-44293AFEDDA2}" type="pres">
      <dgm:prSet presAssocID="{160EC623-761D-44FB-92D6-56C1E8D0E577}" presName="Name0" presStyleCnt="0">
        <dgm:presLayoutVars>
          <dgm:chMax val="7"/>
          <dgm:chPref val="7"/>
          <dgm:dir/>
        </dgm:presLayoutVars>
      </dgm:prSet>
      <dgm:spPr/>
    </dgm:pt>
    <dgm:pt modelId="{A311D34F-F271-4E61-8487-347CE300DA77}" type="pres">
      <dgm:prSet presAssocID="{160EC623-761D-44FB-92D6-56C1E8D0E577}" presName="Name1" presStyleCnt="0"/>
      <dgm:spPr/>
    </dgm:pt>
    <dgm:pt modelId="{EA6FD94E-DFBA-4E4E-B90C-BEE2A07EEEDF}" type="pres">
      <dgm:prSet presAssocID="{160EC623-761D-44FB-92D6-56C1E8D0E577}" presName="cycle" presStyleCnt="0"/>
      <dgm:spPr/>
    </dgm:pt>
    <dgm:pt modelId="{8D87B8F9-7CBF-4834-A8A4-99DD0152702C}" type="pres">
      <dgm:prSet presAssocID="{160EC623-761D-44FB-92D6-56C1E8D0E577}" presName="srcNode" presStyleLbl="node1" presStyleIdx="0" presStyleCnt="6"/>
      <dgm:spPr/>
    </dgm:pt>
    <dgm:pt modelId="{D3E8A17B-8A8F-4D19-9892-F232902D9403}" type="pres">
      <dgm:prSet presAssocID="{160EC623-761D-44FB-92D6-56C1E8D0E577}" presName="conn" presStyleLbl="parChTrans1D2" presStyleIdx="0" presStyleCnt="1"/>
      <dgm:spPr/>
    </dgm:pt>
    <dgm:pt modelId="{11527C88-84C8-4DA1-B1B2-D2E77BF13876}" type="pres">
      <dgm:prSet presAssocID="{160EC623-761D-44FB-92D6-56C1E8D0E577}" presName="extraNode" presStyleLbl="node1" presStyleIdx="0" presStyleCnt="6"/>
      <dgm:spPr/>
    </dgm:pt>
    <dgm:pt modelId="{994F1B54-C372-46AC-845E-66472DE84EDA}" type="pres">
      <dgm:prSet presAssocID="{160EC623-761D-44FB-92D6-56C1E8D0E577}" presName="dstNode" presStyleLbl="node1" presStyleIdx="0" presStyleCnt="6"/>
      <dgm:spPr/>
    </dgm:pt>
    <dgm:pt modelId="{12F789F2-EF16-4D42-9472-BE75DB6DBE0F}" type="pres">
      <dgm:prSet presAssocID="{4726E4AC-8001-4EAC-B6E3-8C0C5580E75A}" presName="text_1" presStyleLbl="node1" presStyleIdx="0" presStyleCnt="6">
        <dgm:presLayoutVars>
          <dgm:bulletEnabled val="1"/>
        </dgm:presLayoutVars>
      </dgm:prSet>
      <dgm:spPr/>
    </dgm:pt>
    <dgm:pt modelId="{70A3F432-E510-418B-AFC2-57C2D504BEC8}" type="pres">
      <dgm:prSet presAssocID="{4726E4AC-8001-4EAC-B6E3-8C0C5580E75A}" presName="accent_1" presStyleCnt="0"/>
      <dgm:spPr/>
    </dgm:pt>
    <dgm:pt modelId="{1E618B42-B9CE-4C13-A204-7DB67458401F}" type="pres">
      <dgm:prSet presAssocID="{4726E4AC-8001-4EAC-B6E3-8C0C5580E75A}" presName="accentRepeatNode" presStyleLbl="solidFgAcc1" presStyleIdx="0" presStyleCnt="6"/>
      <dgm:spPr/>
    </dgm:pt>
    <dgm:pt modelId="{F7851FF3-F741-46CC-8915-D03F4E722B83}" type="pres">
      <dgm:prSet presAssocID="{1A00CC91-E4A3-4308-B367-ED8854EAB96D}" presName="text_2" presStyleLbl="node1" presStyleIdx="1" presStyleCnt="6">
        <dgm:presLayoutVars>
          <dgm:bulletEnabled val="1"/>
        </dgm:presLayoutVars>
      </dgm:prSet>
      <dgm:spPr/>
    </dgm:pt>
    <dgm:pt modelId="{F150B81A-CF17-49C2-8253-EDA5C18FB1D6}" type="pres">
      <dgm:prSet presAssocID="{1A00CC91-E4A3-4308-B367-ED8854EAB96D}" presName="accent_2" presStyleCnt="0"/>
      <dgm:spPr/>
    </dgm:pt>
    <dgm:pt modelId="{06BD056B-8BA8-4CB3-909B-931914330EEA}" type="pres">
      <dgm:prSet presAssocID="{1A00CC91-E4A3-4308-B367-ED8854EAB96D}" presName="accentRepeatNode" presStyleLbl="solidFgAcc1" presStyleIdx="1" presStyleCnt="6"/>
      <dgm:spPr/>
    </dgm:pt>
    <dgm:pt modelId="{74A751DC-BC02-4A45-9BF6-1844F33360DC}" type="pres">
      <dgm:prSet presAssocID="{584A0CA3-7B88-4B97-9D98-29BC2169F273}" presName="text_3" presStyleLbl="node1" presStyleIdx="2" presStyleCnt="6">
        <dgm:presLayoutVars>
          <dgm:bulletEnabled val="1"/>
        </dgm:presLayoutVars>
      </dgm:prSet>
      <dgm:spPr/>
    </dgm:pt>
    <dgm:pt modelId="{05730C5D-00A2-410A-A192-423726E47F9C}" type="pres">
      <dgm:prSet presAssocID="{584A0CA3-7B88-4B97-9D98-29BC2169F273}" presName="accent_3" presStyleCnt="0"/>
      <dgm:spPr/>
    </dgm:pt>
    <dgm:pt modelId="{B794C75F-BD2F-44DD-9152-CF1BB0497621}" type="pres">
      <dgm:prSet presAssocID="{584A0CA3-7B88-4B97-9D98-29BC2169F273}" presName="accentRepeatNode" presStyleLbl="solidFgAcc1" presStyleIdx="2" presStyleCnt="6"/>
      <dgm:spPr/>
    </dgm:pt>
    <dgm:pt modelId="{97068A30-0292-4662-97BB-3075F45C444A}" type="pres">
      <dgm:prSet presAssocID="{494853F7-88E9-4871-8D71-5966693F5181}" presName="text_4" presStyleLbl="node1" presStyleIdx="3" presStyleCnt="6">
        <dgm:presLayoutVars>
          <dgm:bulletEnabled val="1"/>
        </dgm:presLayoutVars>
      </dgm:prSet>
      <dgm:spPr/>
    </dgm:pt>
    <dgm:pt modelId="{9AEC20E1-E4E3-4D65-92AA-654AD0AF753A}" type="pres">
      <dgm:prSet presAssocID="{494853F7-88E9-4871-8D71-5966693F5181}" presName="accent_4" presStyleCnt="0"/>
      <dgm:spPr/>
    </dgm:pt>
    <dgm:pt modelId="{42D94A87-E717-4DE3-80DD-C230204F9E82}" type="pres">
      <dgm:prSet presAssocID="{494853F7-88E9-4871-8D71-5966693F5181}" presName="accentRepeatNode" presStyleLbl="solidFgAcc1" presStyleIdx="3" presStyleCnt="6"/>
      <dgm:spPr/>
    </dgm:pt>
    <dgm:pt modelId="{ED1289C3-0E11-41E8-AD51-F1C5FF3D83FA}" type="pres">
      <dgm:prSet presAssocID="{7852E779-80A2-4DAB-9D4E-825DB8C661C6}" presName="text_5" presStyleLbl="node1" presStyleIdx="4" presStyleCnt="6">
        <dgm:presLayoutVars>
          <dgm:bulletEnabled val="1"/>
        </dgm:presLayoutVars>
      </dgm:prSet>
      <dgm:spPr/>
    </dgm:pt>
    <dgm:pt modelId="{2C3B0C43-EF91-4271-ABF8-82BFD8AF6F64}" type="pres">
      <dgm:prSet presAssocID="{7852E779-80A2-4DAB-9D4E-825DB8C661C6}" presName="accent_5" presStyleCnt="0"/>
      <dgm:spPr/>
    </dgm:pt>
    <dgm:pt modelId="{E890A278-E2EE-4C21-84A9-E9E63EBC2CC1}" type="pres">
      <dgm:prSet presAssocID="{7852E779-80A2-4DAB-9D4E-825DB8C661C6}" presName="accentRepeatNode" presStyleLbl="solidFgAcc1" presStyleIdx="4" presStyleCnt="6"/>
      <dgm:spPr/>
    </dgm:pt>
    <dgm:pt modelId="{D4138CFF-B993-49FB-BCAB-7D427DFF06BD}" type="pres">
      <dgm:prSet presAssocID="{C7DBE820-1787-4F09-954F-C951906F2884}" presName="text_6" presStyleLbl="node1" presStyleIdx="5" presStyleCnt="6">
        <dgm:presLayoutVars>
          <dgm:bulletEnabled val="1"/>
        </dgm:presLayoutVars>
      </dgm:prSet>
      <dgm:spPr/>
    </dgm:pt>
    <dgm:pt modelId="{A1C58F02-7DFA-4494-97F2-D1CECF78A31A}" type="pres">
      <dgm:prSet presAssocID="{C7DBE820-1787-4F09-954F-C951906F2884}" presName="accent_6" presStyleCnt="0"/>
      <dgm:spPr/>
    </dgm:pt>
    <dgm:pt modelId="{03F19F9D-0A05-4473-BFFB-5EFBEB7A9355}" type="pres">
      <dgm:prSet presAssocID="{C7DBE820-1787-4F09-954F-C951906F2884}" presName="accentRepeatNode" presStyleLbl="solidFgAcc1" presStyleIdx="5" presStyleCnt="6"/>
      <dgm:spPr/>
    </dgm:pt>
  </dgm:ptLst>
  <dgm:cxnLst>
    <dgm:cxn modelId="{DE4E6B02-22B3-49F1-988A-E9725593759E}" type="presOf" srcId="{7852E779-80A2-4DAB-9D4E-825DB8C661C6}" destId="{ED1289C3-0E11-41E8-AD51-F1C5FF3D83FA}" srcOrd="0" destOrd="0" presId="urn:microsoft.com/office/officeart/2008/layout/VerticalCurvedList"/>
    <dgm:cxn modelId="{4D4A6D3D-292E-420A-98B0-329DBEDCA644}" srcId="{160EC623-761D-44FB-92D6-56C1E8D0E577}" destId="{584A0CA3-7B88-4B97-9D98-29BC2169F273}" srcOrd="2" destOrd="0" parTransId="{20BA52D3-47F3-495E-A70B-A22FFFB1BC70}" sibTransId="{E6A8D226-8666-4F00-B17B-C43A86D6E5EF}"/>
    <dgm:cxn modelId="{3D0C897B-6756-4C7E-ABB1-DC90DA34C0F2}" srcId="{160EC623-761D-44FB-92D6-56C1E8D0E577}" destId="{4726E4AC-8001-4EAC-B6E3-8C0C5580E75A}" srcOrd="0" destOrd="0" parTransId="{086FB8CC-FB70-4AEC-BD2D-F072D9E2B67B}" sibTransId="{045FAAC9-7172-4B62-8E48-E0D18AD197A4}"/>
    <dgm:cxn modelId="{5FEEEB8C-A7B1-4322-8318-A4B036FBFB79}" srcId="{160EC623-761D-44FB-92D6-56C1E8D0E577}" destId="{494853F7-88E9-4871-8D71-5966693F5181}" srcOrd="3" destOrd="0" parTransId="{F3B35F8C-AA76-40B6-A1FE-1739A02B09D9}" sibTransId="{7413BB1E-45EA-48E1-9EF3-8F87D0BF9E6F}"/>
    <dgm:cxn modelId="{65B94699-9D64-4017-BFB0-93F5AC67734C}" type="presOf" srcId="{4726E4AC-8001-4EAC-B6E3-8C0C5580E75A}" destId="{12F789F2-EF16-4D42-9472-BE75DB6DBE0F}" srcOrd="0" destOrd="0" presId="urn:microsoft.com/office/officeart/2008/layout/VerticalCurvedList"/>
    <dgm:cxn modelId="{16DACEB4-A38E-4E0C-8EA0-BF49F9AA89C6}" type="presOf" srcId="{160EC623-761D-44FB-92D6-56C1E8D0E577}" destId="{AF844E9F-96AD-48D7-BDE8-44293AFEDDA2}" srcOrd="0" destOrd="0" presId="urn:microsoft.com/office/officeart/2008/layout/VerticalCurvedList"/>
    <dgm:cxn modelId="{D030BABB-C934-4AD3-922D-3760D315EF1B}" type="presOf" srcId="{584A0CA3-7B88-4B97-9D98-29BC2169F273}" destId="{74A751DC-BC02-4A45-9BF6-1844F33360DC}" srcOrd="0" destOrd="0" presId="urn:microsoft.com/office/officeart/2008/layout/VerticalCurvedList"/>
    <dgm:cxn modelId="{14E17BC4-0328-49AD-ACB1-6AB23FF1C57F}" type="presOf" srcId="{1A00CC91-E4A3-4308-B367-ED8854EAB96D}" destId="{F7851FF3-F741-46CC-8915-D03F4E722B83}" srcOrd="0" destOrd="0" presId="urn:microsoft.com/office/officeart/2008/layout/VerticalCurvedList"/>
    <dgm:cxn modelId="{E250D5D2-FCA0-4023-AB9A-8F357FECC721}" type="presOf" srcId="{045FAAC9-7172-4B62-8E48-E0D18AD197A4}" destId="{D3E8A17B-8A8F-4D19-9892-F232902D9403}" srcOrd="0" destOrd="0" presId="urn:microsoft.com/office/officeart/2008/layout/VerticalCurvedList"/>
    <dgm:cxn modelId="{481E78D7-7440-4B8E-BCBB-B54AC2157791}" srcId="{160EC623-761D-44FB-92D6-56C1E8D0E577}" destId="{1A00CC91-E4A3-4308-B367-ED8854EAB96D}" srcOrd="1" destOrd="0" parTransId="{59F0103B-A021-40DF-99B4-F489D4FC857D}" sibTransId="{BE55F2F1-5327-456B-B809-797FD36A9701}"/>
    <dgm:cxn modelId="{6347B2E2-D6A1-41D8-8808-0AA8A2D4EC15}" srcId="{160EC623-761D-44FB-92D6-56C1E8D0E577}" destId="{7852E779-80A2-4DAB-9D4E-825DB8C661C6}" srcOrd="4" destOrd="0" parTransId="{F00D89B3-DE3A-41AF-8002-AF3CD25A58E7}" sibTransId="{243D80BC-9B98-46C3-9AC9-9108E75AA4B0}"/>
    <dgm:cxn modelId="{C8D584E7-B0B6-4EE0-ABAD-9A704B0FAB53}" type="presOf" srcId="{494853F7-88E9-4871-8D71-5966693F5181}" destId="{97068A30-0292-4662-97BB-3075F45C444A}" srcOrd="0" destOrd="0" presId="urn:microsoft.com/office/officeart/2008/layout/VerticalCurvedList"/>
    <dgm:cxn modelId="{B79790F2-C8DB-4B5E-8602-983F495329BD}" srcId="{160EC623-761D-44FB-92D6-56C1E8D0E577}" destId="{C7DBE820-1787-4F09-954F-C951906F2884}" srcOrd="5" destOrd="0" parTransId="{91EC1268-23B0-4795-9042-D27F93E5D564}" sibTransId="{35BE49EB-B8C7-4F53-8D29-799E14259942}"/>
    <dgm:cxn modelId="{5B33FDFB-8F89-42C6-A5D7-BDECA7E9869C}" type="presOf" srcId="{C7DBE820-1787-4F09-954F-C951906F2884}" destId="{D4138CFF-B993-49FB-BCAB-7D427DFF06BD}" srcOrd="0" destOrd="0" presId="urn:microsoft.com/office/officeart/2008/layout/VerticalCurvedList"/>
    <dgm:cxn modelId="{2CBA2147-756E-43F3-B721-1BD54E6CD59C}" type="presParOf" srcId="{AF844E9F-96AD-48D7-BDE8-44293AFEDDA2}" destId="{A311D34F-F271-4E61-8487-347CE300DA77}" srcOrd="0" destOrd="0" presId="urn:microsoft.com/office/officeart/2008/layout/VerticalCurvedList"/>
    <dgm:cxn modelId="{614A3BC3-7622-4244-B2FA-67F4BC14FB0B}" type="presParOf" srcId="{A311D34F-F271-4E61-8487-347CE300DA77}" destId="{EA6FD94E-DFBA-4E4E-B90C-BEE2A07EEEDF}" srcOrd="0" destOrd="0" presId="urn:microsoft.com/office/officeart/2008/layout/VerticalCurvedList"/>
    <dgm:cxn modelId="{8477B340-A24C-4CC8-AF8A-55E418715702}" type="presParOf" srcId="{EA6FD94E-DFBA-4E4E-B90C-BEE2A07EEEDF}" destId="{8D87B8F9-7CBF-4834-A8A4-99DD0152702C}" srcOrd="0" destOrd="0" presId="urn:microsoft.com/office/officeart/2008/layout/VerticalCurvedList"/>
    <dgm:cxn modelId="{0061F1F3-671D-4920-A916-A7CE2FFF665D}" type="presParOf" srcId="{EA6FD94E-DFBA-4E4E-B90C-BEE2A07EEEDF}" destId="{D3E8A17B-8A8F-4D19-9892-F232902D9403}" srcOrd="1" destOrd="0" presId="urn:microsoft.com/office/officeart/2008/layout/VerticalCurvedList"/>
    <dgm:cxn modelId="{8B017647-1028-4017-AC49-2FD3E6464BEA}" type="presParOf" srcId="{EA6FD94E-DFBA-4E4E-B90C-BEE2A07EEEDF}" destId="{11527C88-84C8-4DA1-B1B2-D2E77BF13876}" srcOrd="2" destOrd="0" presId="urn:microsoft.com/office/officeart/2008/layout/VerticalCurvedList"/>
    <dgm:cxn modelId="{34BBCF35-373B-4FC4-AEBC-15B8E4B6593F}" type="presParOf" srcId="{EA6FD94E-DFBA-4E4E-B90C-BEE2A07EEEDF}" destId="{994F1B54-C372-46AC-845E-66472DE84EDA}" srcOrd="3" destOrd="0" presId="urn:microsoft.com/office/officeart/2008/layout/VerticalCurvedList"/>
    <dgm:cxn modelId="{F865BCE8-6B13-4D42-8297-4C61B2080D86}" type="presParOf" srcId="{A311D34F-F271-4E61-8487-347CE300DA77}" destId="{12F789F2-EF16-4D42-9472-BE75DB6DBE0F}" srcOrd="1" destOrd="0" presId="urn:microsoft.com/office/officeart/2008/layout/VerticalCurvedList"/>
    <dgm:cxn modelId="{D40E5209-D92A-4208-80A7-420D34353440}" type="presParOf" srcId="{A311D34F-F271-4E61-8487-347CE300DA77}" destId="{70A3F432-E510-418B-AFC2-57C2D504BEC8}" srcOrd="2" destOrd="0" presId="urn:microsoft.com/office/officeart/2008/layout/VerticalCurvedList"/>
    <dgm:cxn modelId="{E3D81979-7B60-4C7F-9DB6-E6BF5BD2B0AD}" type="presParOf" srcId="{70A3F432-E510-418B-AFC2-57C2D504BEC8}" destId="{1E618B42-B9CE-4C13-A204-7DB67458401F}" srcOrd="0" destOrd="0" presId="urn:microsoft.com/office/officeart/2008/layout/VerticalCurvedList"/>
    <dgm:cxn modelId="{7F27C3EA-BAC9-4FE7-867F-F4B884BFE19D}" type="presParOf" srcId="{A311D34F-F271-4E61-8487-347CE300DA77}" destId="{F7851FF3-F741-46CC-8915-D03F4E722B83}" srcOrd="3" destOrd="0" presId="urn:microsoft.com/office/officeart/2008/layout/VerticalCurvedList"/>
    <dgm:cxn modelId="{529855C3-7F1B-4DD1-9060-CE32BBD46308}" type="presParOf" srcId="{A311D34F-F271-4E61-8487-347CE300DA77}" destId="{F150B81A-CF17-49C2-8253-EDA5C18FB1D6}" srcOrd="4" destOrd="0" presId="urn:microsoft.com/office/officeart/2008/layout/VerticalCurvedList"/>
    <dgm:cxn modelId="{8EF794AF-8ABA-4CAA-A605-4DEB809A44B8}" type="presParOf" srcId="{F150B81A-CF17-49C2-8253-EDA5C18FB1D6}" destId="{06BD056B-8BA8-4CB3-909B-931914330EEA}" srcOrd="0" destOrd="0" presId="urn:microsoft.com/office/officeart/2008/layout/VerticalCurvedList"/>
    <dgm:cxn modelId="{9DD543D9-2CEE-4424-8D11-23878CA33A40}" type="presParOf" srcId="{A311D34F-F271-4E61-8487-347CE300DA77}" destId="{74A751DC-BC02-4A45-9BF6-1844F33360DC}" srcOrd="5" destOrd="0" presId="urn:microsoft.com/office/officeart/2008/layout/VerticalCurvedList"/>
    <dgm:cxn modelId="{086E44E8-599F-437C-B0B4-D471D45CF01F}" type="presParOf" srcId="{A311D34F-F271-4E61-8487-347CE300DA77}" destId="{05730C5D-00A2-410A-A192-423726E47F9C}" srcOrd="6" destOrd="0" presId="urn:microsoft.com/office/officeart/2008/layout/VerticalCurvedList"/>
    <dgm:cxn modelId="{AA0457DF-8EDD-483F-B5CC-86A36BC12D1E}" type="presParOf" srcId="{05730C5D-00A2-410A-A192-423726E47F9C}" destId="{B794C75F-BD2F-44DD-9152-CF1BB0497621}" srcOrd="0" destOrd="0" presId="urn:microsoft.com/office/officeart/2008/layout/VerticalCurvedList"/>
    <dgm:cxn modelId="{2CF0E18B-9383-42BC-8631-4C01B9FA5F1A}" type="presParOf" srcId="{A311D34F-F271-4E61-8487-347CE300DA77}" destId="{97068A30-0292-4662-97BB-3075F45C444A}" srcOrd="7" destOrd="0" presId="urn:microsoft.com/office/officeart/2008/layout/VerticalCurvedList"/>
    <dgm:cxn modelId="{D0D5A70C-CA4F-42E4-AD20-D089D6086500}" type="presParOf" srcId="{A311D34F-F271-4E61-8487-347CE300DA77}" destId="{9AEC20E1-E4E3-4D65-92AA-654AD0AF753A}" srcOrd="8" destOrd="0" presId="urn:microsoft.com/office/officeart/2008/layout/VerticalCurvedList"/>
    <dgm:cxn modelId="{8650E8DF-EF77-418D-8DEC-7248AB018660}" type="presParOf" srcId="{9AEC20E1-E4E3-4D65-92AA-654AD0AF753A}" destId="{42D94A87-E717-4DE3-80DD-C230204F9E82}" srcOrd="0" destOrd="0" presId="urn:microsoft.com/office/officeart/2008/layout/VerticalCurvedList"/>
    <dgm:cxn modelId="{117C0A9C-0938-4CB8-8937-1549A1A9CEBD}" type="presParOf" srcId="{A311D34F-F271-4E61-8487-347CE300DA77}" destId="{ED1289C3-0E11-41E8-AD51-F1C5FF3D83FA}" srcOrd="9" destOrd="0" presId="urn:microsoft.com/office/officeart/2008/layout/VerticalCurvedList"/>
    <dgm:cxn modelId="{160CB1FF-CEF0-47E0-A6A2-BEA647C889DF}" type="presParOf" srcId="{A311D34F-F271-4E61-8487-347CE300DA77}" destId="{2C3B0C43-EF91-4271-ABF8-82BFD8AF6F64}" srcOrd="10" destOrd="0" presId="urn:microsoft.com/office/officeart/2008/layout/VerticalCurvedList"/>
    <dgm:cxn modelId="{5C4C0853-5295-441C-A228-BE977D69B699}" type="presParOf" srcId="{2C3B0C43-EF91-4271-ABF8-82BFD8AF6F64}" destId="{E890A278-E2EE-4C21-84A9-E9E63EBC2CC1}" srcOrd="0" destOrd="0" presId="urn:microsoft.com/office/officeart/2008/layout/VerticalCurvedList"/>
    <dgm:cxn modelId="{F353DC68-FC1B-41DB-9E76-46D65DBE3F30}" type="presParOf" srcId="{A311D34F-F271-4E61-8487-347CE300DA77}" destId="{D4138CFF-B993-49FB-BCAB-7D427DFF06BD}" srcOrd="11" destOrd="0" presId="urn:microsoft.com/office/officeart/2008/layout/VerticalCurvedList"/>
    <dgm:cxn modelId="{53335E99-4305-467D-B256-1AE03D7F5F17}" type="presParOf" srcId="{A311D34F-F271-4E61-8487-347CE300DA77}" destId="{A1C58F02-7DFA-4494-97F2-D1CECF78A31A}" srcOrd="12" destOrd="0" presId="urn:microsoft.com/office/officeart/2008/layout/VerticalCurvedList"/>
    <dgm:cxn modelId="{FAE27A78-F61F-4C66-874B-EEBD081D868D}" type="presParOf" srcId="{A1C58F02-7DFA-4494-97F2-D1CECF78A31A}" destId="{03F19F9D-0A05-4473-BFFB-5EFBEB7A9355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BD717D-5284-4A4E-ABE6-26258DA18F0A}">
      <dsp:nvSpPr>
        <dsp:cNvPr id="0" name=""/>
        <dsp:cNvSpPr/>
      </dsp:nvSpPr>
      <dsp:spPr>
        <a:xfrm>
          <a:off x="2108152" y="-47661"/>
          <a:ext cx="822960" cy="457201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sp:txBody>
      <dsp:txXfrm>
        <a:off x="2130471" y="-25342"/>
        <a:ext cx="778322" cy="412563"/>
      </dsp:txXfrm>
    </dsp:sp>
    <dsp:sp modelId="{F5C50680-2C48-476D-A516-A34392A17F3A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10879" y="57756"/>
              </a:moveTo>
              <a:arcTo wR="1498815" hR="1498815" stAng="17157457" swAng="136457"/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0D4983-CD1A-405A-9C6E-3AA1BA1D3861}">
      <dsp:nvSpPr>
        <dsp:cNvPr id="0" name=""/>
        <dsp:cNvSpPr/>
      </dsp:nvSpPr>
      <dsp:spPr>
        <a:xfrm>
          <a:off x="2989134" y="238586"/>
          <a:ext cx="822960" cy="457201"/>
        </a:xfrm>
        <a:prstGeom prst="roundRect">
          <a:avLst/>
        </a:prstGeom>
        <a:solidFill>
          <a:schemeClr val="accent3">
            <a:hueOff val="1250029"/>
            <a:satOff val="-1876"/>
            <a:lumOff val="-30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sp:txBody>
      <dsp:txXfrm>
        <a:off x="3011453" y="260905"/>
        <a:ext cx="778322" cy="412563"/>
      </dsp:txXfrm>
    </dsp:sp>
    <dsp:sp modelId="{3EA0B8E0-8804-4F7A-A39D-DBB30322838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631734" y="517518"/>
              </a:moveTo>
              <a:arcTo wR="1498815" hR="1498815" stAng="19146118" swAng="796589"/>
            </a:path>
          </a:pathLst>
        </a:custGeom>
        <a:noFill/>
        <a:ln w="9525" cap="flat" cmpd="sng" algn="ctr">
          <a:solidFill>
            <a:schemeClr val="accent3">
              <a:hueOff val="1250029"/>
              <a:satOff val="-1876"/>
              <a:lumOff val="-30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27A3DC-053E-465E-B8E4-3B2B3BAB9E5C}">
      <dsp:nvSpPr>
        <dsp:cNvPr id="0" name=""/>
        <dsp:cNvSpPr/>
      </dsp:nvSpPr>
      <dsp:spPr>
        <a:xfrm>
          <a:off x="3533610" y="987994"/>
          <a:ext cx="822960" cy="457201"/>
        </a:xfrm>
        <a:prstGeom prst="roundRect">
          <a:avLst/>
        </a:prstGeom>
        <a:solidFill>
          <a:schemeClr val="accent3">
            <a:hueOff val="2500059"/>
            <a:satOff val="-3751"/>
            <a:lumOff val="-6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sp:txBody>
      <dsp:txXfrm>
        <a:off x="3555929" y="1010313"/>
        <a:ext cx="778322" cy="412563"/>
      </dsp:txXfrm>
    </dsp:sp>
    <dsp:sp modelId="{FBE5142B-8273-47B3-B01D-A76CB5AB6F9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979890" y="1268891"/>
              </a:moveTo>
              <a:arcTo wR="1498815" hR="1498815" stAng="21070546" swAng="1058909"/>
            </a:path>
          </a:pathLst>
        </a:custGeom>
        <a:noFill/>
        <a:ln w="9525" cap="flat" cmpd="sng" algn="ctr">
          <a:solidFill>
            <a:schemeClr val="accent3">
              <a:hueOff val="2500059"/>
              <a:satOff val="-3751"/>
              <a:lumOff val="-61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41E510-3FD8-4CB6-91B5-9D7C8903666C}">
      <dsp:nvSpPr>
        <dsp:cNvPr id="0" name=""/>
        <dsp:cNvSpPr/>
      </dsp:nvSpPr>
      <dsp:spPr>
        <a:xfrm>
          <a:off x="3533610" y="1914313"/>
          <a:ext cx="822960" cy="457201"/>
        </a:xfrm>
        <a:prstGeom prst="roundRect">
          <a:avLst/>
        </a:prstGeom>
        <a:solidFill>
          <a:schemeClr val="accent3">
            <a:hueOff val="3750088"/>
            <a:satOff val="-5627"/>
            <a:lumOff val="-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sp:txBody>
      <dsp:txXfrm>
        <a:off x="3555929" y="1936632"/>
        <a:ext cx="778322" cy="412563"/>
      </dsp:txXfrm>
    </dsp:sp>
    <dsp:sp modelId="{EF3A0694-F7A5-487C-9349-A1B40DC3462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826810" y="2193710"/>
              </a:moveTo>
              <a:arcTo wR="1498815" hR="1498815" stAng="1657293" swAng="796589"/>
            </a:path>
          </a:pathLst>
        </a:custGeom>
        <a:noFill/>
        <a:ln w="9525" cap="flat" cmpd="sng" algn="ctr">
          <a:solidFill>
            <a:schemeClr val="accent3">
              <a:hueOff val="3750088"/>
              <a:satOff val="-5627"/>
              <a:lumOff val="-91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953EE-E5D9-43CE-B958-8EEA8CD19EC5}">
      <dsp:nvSpPr>
        <dsp:cNvPr id="0" name=""/>
        <dsp:cNvSpPr/>
      </dsp:nvSpPr>
      <dsp:spPr>
        <a:xfrm>
          <a:off x="2989134" y="2663721"/>
          <a:ext cx="822960" cy="457201"/>
        </a:xfrm>
        <a:prstGeom prst="roundRect">
          <a:avLst/>
        </a:prstGeom>
        <a:solidFill>
          <a:schemeClr val="accent3">
            <a:hueOff val="5000117"/>
            <a:satOff val="-7502"/>
            <a:lumOff val="-122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sp:txBody>
      <dsp:txXfrm>
        <a:off x="3011453" y="2686040"/>
        <a:ext cx="778322" cy="412563"/>
      </dsp:txXfrm>
    </dsp:sp>
    <dsp:sp modelId="{52861312-2CD4-4282-93DC-EB80326E7D98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67740" y="2922388"/>
              </a:moveTo>
              <a:arcTo wR="1498815" hR="1498815" stAng="4306086" swAng="136457"/>
            </a:path>
          </a:pathLst>
        </a:custGeom>
        <a:noFill/>
        <a:ln w="9525" cap="flat" cmpd="sng" algn="ctr">
          <a:solidFill>
            <a:schemeClr val="accent3">
              <a:hueOff val="5000117"/>
              <a:satOff val="-7502"/>
              <a:lumOff val="-122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646AD-1D5C-47E3-8127-D30A2E12AD09}">
      <dsp:nvSpPr>
        <dsp:cNvPr id="0" name=""/>
        <dsp:cNvSpPr/>
      </dsp:nvSpPr>
      <dsp:spPr>
        <a:xfrm>
          <a:off x="2108152" y="2949969"/>
          <a:ext cx="822960" cy="457201"/>
        </a:xfrm>
        <a:prstGeom prst="roundRect">
          <a:avLst/>
        </a:prstGeom>
        <a:solidFill>
          <a:schemeClr val="accent3">
            <a:hueOff val="6250147"/>
            <a:satOff val="-9378"/>
            <a:lumOff val="-152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sp:txBody>
      <dsp:txXfrm>
        <a:off x="2130471" y="2972288"/>
        <a:ext cx="778322" cy="412563"/>
      </dsp:txXfrm>
    </dsp:sp>
    <dsp:sp modelId="{8AF2B8C2-B72F-4A6A-B2FE-BE822E91E326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86752" y="2939875"/>
              </a:moveTo>
              <a:arcTo wR="1498815" hR="1498815" stAng="6357457" swAng="136457"/>
            </a:path>
          </a:pathLst>
        </a:custGeom>
        <a:noFill/>
        <a:ln w="9525" cap="flat" cmpd="sng" algn="ctr">
          <a:solidFill>
            <a:schemeClr val="accent3">
              <a:hueOff val="6250147"/>
              <a:satOff val="-9378"/>
              <a:lumOff val="-152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BF2DF0-B325-4011-89F6-42EC54E63EEB}">
      <dsp:nvSpPr>
        <dsp:cNvPr id="0" name=""/>
        <dsp:cNvSpPr/>
      </dsp:nvSpPr>
      <dsp:spPr>
        <a:xfrm>
          <a:off x="1227170" y="2663721"/>
          <a:ext cx="822960" cy="457201"/>
        </a:xfrm>
        <a:prstGeom prst="roundRect">
          <a:avLst/>
        </a:prstGeom>
        <a:solidFill>
          <a:schemeClr val="accent3">
            <a:hueOff val="7500176"/>
            <a:satOff val="-11253"/>
            <a:lumOff val="-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sp:txBody>
      <dsp:txXfrm>
        <a:off x="1249489" y="2686040"/>
        <a:ext cx="778322" cy="412563"/>
      </dsp:txXfrm>
    </dsp:sp>
    <dsp:sp modelId="{CF23E703-E22B-49EE-A222-E7BEDA35D54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365896" y="2480112"/>
              </a:moveTo>
              <a:arcTo wR="1498815" hR="1498815" stAng="8346118" swAng="796589"/>
            </a:path>
          </a:pathLst>
        </a:custGeom>
        <a:noFill/>
        <a:ln w="9525" cap="flat" cmpd="sng" algn="ctr">
          <a:solidFill>
            <a:schemeClr val="accent3">
              <a:hueOff val="7500176"/>
              <a:satOff val="-11253"/>
              <a:lumOff val="-183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BAD080-F835-4578-9D50-DB7EC9906E79}">
      <dsp:nvSpPr>
        <dsp:cNvPr id="0" name=""/>
        <dsp:cNvSpPr/>
      </dsp:nvSpPr>
      <dsp:spPr>
        <a:xfrm>
          <a:off x="682693" y="1914313"/>
          <a:ext cx="822960" cy="457201"/>
        </a:xfrm>
        <a:prstGeom prst="roundRect">
          <a:avLst/>
        </a:prstGeom>
        <a:solidFill>
          <a:schemeClr val="accent3">
            <a:hueOff val="8750205"/>
            <a:satOff val="-13129"/>
            <a:lumOff val="-21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sp:txBody>
      <dsp:txXfrm>
        <a:off x="705012" y="1936632"/>
        <a:ext cx="778322" cy="412563"/>
      </dsp:txXfrm>
    </dsp:sp>
    <dsp:sp modelId="{0D911844-F4B9-4883-A7A7-2445E6F57AE0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740" y="1728740"/>
              </a:moveTo>
              <a:arcTo wR="1498815" hR="1498815" stAng="10270546" swAng="1058909"/>
            </a:path>
          </a:pathLst>
        </a:custGeom>
        <a:noFill/>
        <a:ln w="9525" cap="flat" cmpd="sng" algn="ctr">
          <a:solidFill>
            <a:schemeClr val="accent3">
              <a:hueOff val="8750205"/>
              <a:satOff val="-13129"/>
              <a:lumOff val="-213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84CCBD-831A-47BA-AC68-C908ADE003B9}">
      <dsp:nvSpPr>
        <dsp:cNvPr id="0" name=""/>
        <dsp:cNvSpPr/>
      </dsp:nvSpPr>
      <dsp:spPr>
        <a:xfrm>
          <a:off x="682693" y="987994"/>
          <a:ext cx="822960" cy="457201"/>
        </a:xfrm>
        <a:prstGeom prst="roundRect">
          <a:avLst/>
        </a:prstGeom>
        <a:solidFill>
          <a:schemeClr val="accent3">
            <a:hueOff val="10000235"/>
            <a:satOff val="-15004"/>
            <a:lumOff val="-244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sp:txBody>
      <dsp:txXfrm>
        <a:off x="705012" y="1010313"/>
        <a:ext cx="778322" cy="412563"/>
      </dsp:txXfrm>
    </dsp:sp>
    <dsp:sp modelId="{98E227A7-6443-4ACA-85B4-34FB69447995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0821" y="803920"/>
              </a:moveTo>
              <a:arcTo wR="1498815" hR="1498815" stAng="12457293" swAng="796589"/>
            </a:path>
          </a:pathLst>
        </a:custGeom>
        <a:noFill/>
        <a:ln w="9525" cap="flat" cmpd="sng" algn="ctr">
          <a:solidFill>
            <a:schemeClr val="accent3">
              <a:hueOff val="10000235"/>
              <a:satOff val="-15004"/>
              <a:lumOff val="-244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AF98EF-405B-4D5A-94EC-524EB3862D8C}">
      <dsp:nvSpPr>
        <dsp:cNvPr id="0" name=""/>
        <dsp:cNvSpPr/>
      </dsp:nvSpPr>
      <dsp:spPr>
        <a:xfrm>
          <a:off x="1227170" y="238586"/>
          <a:ext cx="822960" cy="457201"/>
        </a:xfrm>
        <a:prstGeom prst="round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sp:txBody>
      <dsp:txXfrm>
        <a:off x="1249489" y="260905"/>
        <a:ext cx="778322" cy="412563"/>
      </dsp:txXfrm>
    </dsp:sp>
    <dsp:sp modelId="{AD46351C-179F-4B9B-B812-1A33174A8D64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29890" y="75243"/>
              </a:moveTo>
              <a:arcTo wR="1498815" hR="1498815" stAng="15106086" swAng="136457"/>
            </a:path>
          </a:pathLst>
        </a:custGeom>
        <a:noFill/>
        <a:ln w="9525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E8A17B-8A8F-4D19-9892-F232902D9403}">
      <dsp:nvSpPr>
        <dsp:cNvPr id="0" name=""/>
        <dsp:cNvSpPr/>
      </dsp:nvSpPr>
      <dsp:spPr>
        <a:xfrm>
          <a:off x="-3850276" y="-591291"/>
          <a:ext cx="4588927" cy="4588927"/>
        </a:xfrm>
        <a:prstGeom prst="blockArc">
          <a:avLst>
            <a:gd name="adj1" fmla="val 18900000"/>
            <a:gd name="adj2" fmla="val 2700000"/>
            <a:gd name="adj3" fmla="val 471"/>
          </a:avLst>
        </a:prstGeom>
        <a:noFill/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2F789F2-EF16-4D42-9472-BE75DB6DBE0F}">
      <dsp:nvSpPr>
        <dsp:cNvPr id="0" name=""/>
        <dsp:cNvSpPr/>
      </dsp:nvSpPr>
      <dsp:spPr>
        <a:xfrm>
          <a:off x="276418" y="179378"/>
          <a:ext cx="5170061" cy="35862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Scalability</a:t>
          </a:r>
        </a:p>
      </dsp:txBody>
      <dsp:txXfrm>
        <a:off x="276418" y="179378"/>
        <a:ext cx="5170061" cy="358620"/>
      </dsp:txXfrm>
    </dsp:sp>
    <dsp:sp modelId="{1E618B42-B9CE-4C13-A204-7DB67458401F}">
      <dsp:nvSpPr>
        <dsp:cNvPr id="0" name=""/>
        <dsp:cNvSpPr/>
      </dsp:nvSpPr>
      <dsp:spPr>
        <a:xfrm>
          <a:off x="52281" y="134550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51FF3-F741-46CC-8915-D03F4E722B83}">
      <dsp:nvSpPr>
        <dsp:cNvPr id="0" name=""/>
        <dsp:cNvSpPr/>
      </dsp:nvSpPr>
      <dsp:spPr>
        <a:xfrm>
          <a:off x="571408" y="717240"/>
          <a:ext cx="4875072" cy="358620"/>
        </a:xfrm>
        <a:prstGeom prst="rect">
          <a:avLst/>
        </a:prstGeom>
        <a:solidFill>
          <a:schemeClr val="accent3">
            <a:hueOff val="2250053"/>
            <a:satOff val="-3376"/>
            <a:lumOff val="-54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Performance</a:t>
          </a:r>
        </a:p>
      </dsp:txBody>
      <dsp:txXfrm>
        <a:off x="571408" y="717240"/>
        <a:ext cx="4875072" cy="358620"/>
      </dsp:txXfrm>
    </dsp:sp>
    <dsp:sp modelId="{06BD056B-8BA8-4CB3-909B-931914330EEA}">
      <dsp:nvSpPr>
        <dsp:cNvPr id="0" name=""/>
        <dsp:cNvSpPr/>
      </dsp:nvSpPr>
      <dsp:spPr>
        <a:xfrm>
          <a:off x="347270" y="672412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2250053"/>
              <a:satOff val="-3376"/>
              <a:lumOff val="-5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A751DC-BC02-4A45-9BF6-1844F33360DC}">
      <dsp:nvSpPr>
        <dsp:cNvPr id="0" name=""/>
        <dsp:cNvSpPr/>
      </dsp:nvSpPr>
      <dsp:spPr>
        <a:xfrm>
          <a:off x="706299" y="1255101"/>
          <a:ext cx="4740180" cy="358620"/>
        </a:xfrm>
        <a:prstGeom prst="rect">
          <a:avLst/>
        </a:prstGeom>
        <a:solidFill>
          <a:schemeClr val="accent3">
            <a:hueOff val="4500106"/>
            <a:satOff val="-6752"/>
            <a:lumOff val="-1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Privacy</a:t>
          </a:r>
        </a:p>
      </dsp:txBody>
      <dsp:txXfrm>
        <a:off x="706299" y="1255101"/>
        <a:ext cx="4740180" cy="358620"/>
      </dsp:txXfrm>
    </dsp:sp>
    <dsp:sp modelId="{B794C75F-BD2F-44DD-9152-CF1BB0497621}">
      <dsp:nvSpPr>
        <dsp:cNvPr id="0" name=""/>
        <dsp:cNvSpPr/>
      </dsp:nvSpPr>
      <dsp:spPr>
        <a:xfrm>
          <a:off x="482161" y="1210274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4500106"/>
              <a:satOff val="-6752"/>
              <a:lumOff val="-1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068A30-0292-4662-97BB-3075F45C444A}">
      <dsp:nvSpPr>
        <dsp:cNvPr id="0" name=""/>
        <dsp:cNvSpPr/>
      </dsp:nvSpPr>
      <dsp:spPr>
        <a:xfrm>
          <a:off x="706299" y="1792623"/>
          <a:ext cx="4740180" cy="358620"/>
        </a:xfrm>
        <a:prstGeom prst="rect">
          <a:avLst/>
        </a:prstGeom>
        <a:solidFill>
          <a:schemeClr val="accent3">
            <a:hueOff val="6750158"/>
            <a:satOff val="-10128"/>
            <a:lumOff val="-164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Environment</a:t>
          </a:r>
        </a:p>
      </dsp:txBody>
      <dsp:txXfrm>
        <a:off x="706299" y="1792623"/>
        <a:ext cx="4740180" cy="358620"/>
      </dsp:txXfrm>
    </dsp:sp>
    <dsp:sp modelId="{42D94A87-E717-4DE3-80DD-C230204F9E82}">
      <dsp:nvSpPr>
        <dsp:cNvPr id="0" name=""/>
        <dsp:cNvSpPr/>
      </dsp:nvSpPr>
      <dsp:spPr>
        <a:xfrm>
          <a:off x="482161" y="1747795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6750158"/>
              <a:satOff val="-10128"/>
              <a:lumOff val="-164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1289C3-0E11-41E8-AD51-F1C5FF3D83FA}">
      <dsp:nvSpPr>
        <dsp:cNvPr id="0" name=""/>
        <dsp:cNvSpPr/>
      </dsp:nvSpPr>
      <dsp:spPr>
        <a:xfrm>
          <a:off x="571408" y="2330484"/>
          <a:ext cx="4875072" cy="358620"/>
        </a:xfrm>
        <a:prstGeom prst="rect">
          <a:avLst/>
        </a:prstGeom>
        <a:solidFill>
          <a:schemeClr val="accent3">
            <a:hueOff val="9000211"/>
            <a:satOff val="-13504"/>
            <a:lumOff val="-2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Regulation</a:t>
          </a:r>
        </a:p>
      </dsp:txBody>
      <dsp:txXfrm>
        <a:off x="571408" y="2330484"/>
        <a:ext cx="4875072" cy="358620"/>
      </dsp:txXfrm>
    </dsp:sp>
    <dsp:sp modelId="{E890A278-E2EE-4C21-84A9-E9E63EBC2CC1}">
      <dsp:nvSpPr>
        <dsp:cNvPr id="0" name=""/>
        <dsp:cNvSpPr/>
      </dsp:nvSpPr>
      <dsp:spPr>
        <a:xfrm>
          <a:off x="347270" y="2285657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9000211"/>
              <a:satOff val="-13504"/>
              <a:lumOff val="-219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138CFF-B993-49FB-BCAB-7D427DFF06BD}">
      <dsp:nvSpPr>
        <dsp:cNvPr id="0" name=""/>
        <dsp:cNvSpPr/>
      </dsp:nvSpPr>
      <dsp:spPr>
        <a:xfrm>
          <a:off x="276418" y="2868346"/>
          <a:ext cx="5170061" cy="358620"/>
        </a:xfrm>
        <a:prstGeom prst="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Complexity</a:t>
          </a:r>
          <a:endParaRPr lang="en-US" sz="1800" kern="1200" dirty="0"/>
        </a:p>
      </dsp:txBody>
      <dsp:txXfrm>
        <a:off x="276418" y="2868346"/>
        <a:ext cx="5170061" cy="358620"/>
      </dsp:txXfrm>
    </dsp:sp>
    <dsp:sp modelId="{03F19F9D-0A05-4473-BFFB-5EFBEB7A9355}">
      <dsp:nvSpPr>
        <dsp:cNvPr id="0" name=""/>
        <dsp:cNvSpPr/>
      </dsp:nvSpPr>
      <dsp:spPr>
        <a:xfrm>
          <a:off x="52281" y="2823519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decentralized-identity/ion/commits/master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F75114-C33C-4906-9FA9-01CA55CE6C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1877" y="1102419"/>
            <a:ext cx="4892162" cy="293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32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9471EF-9644-4F88-97E9-197CF15104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2141929"/>
              </p:ext>
            </p:extLst>
          </p:nvPr>
        </p:nvGraphicFramePr>
        <p:xfrm>
          <a:off x="2434130" y="1044700"/>
          <a:ext cx="5039265" cy="33595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359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029C56-E7E2-4D2A-910D-EF20C975B1E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531" y="1974850"/>
            <a:ext cx="3414712" cy="2276475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the partnership, Microsoft’s blockchain service will record all changes along the journey of the coffee on a shared ledger, providing participants with a “more complete view” of the supply chain.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 will use all that information to bring a new feature to its mobile app, giving consumers details on where the coffee was sourced and roasted, as well as on tasting notes.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290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identity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is launching the first decentralized infrastructure implementation by a major tech company that is built directly on the bitcoin blockchain.</a:t>
            </a:r>
          </a:p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open source project, called 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deals with the underlying mechanics of how networks talk to each other. 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BF0875-1CEE-4979-8B60-D09E1BC3AB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400" y="2189162"/>
            <a:ext cx="2466975" cy="184785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5CE5F5-BE69-4592-8A48-A1B47B1EC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9464" y="4251505"/>
            <a:ext cx="1438275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559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CryptoKitties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FB37F4-FFDD-4461-B1A8-D91C45978C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779" y="1808225"/>
            <a:ext cx="5844441" cy="30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1395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blockchain technology to securely store health records and maintain a single version of the truth. The different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organisations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such as doctors, hospitals, laboratories, pharmacists and health insurers can request permission to access a patient’s record to serve their purpose and record transactions on the distributed ledger.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D9BD4A2-92B3-4722-A437-1EBDFFB8695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224095"/>
            <a:ext cx="4041775" cy="1777984"/>
          </a:xfrm>
        </p:spPr>
      </p:pic>
    </p:spTree>
    <p:extLst>
      <p:ext uri="{BB962C8B-B14F-4D97-AF65-F5344CB8AC3E}">
        <p14:creationId xmlns:p14="http://schemas.microsoft.com/office/powerpoint/2010/main" val="1515511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14EBE8E-043B-46A6-B8C8-CE495F2346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0605821"/>
              </p:ext>
            </p:extLst>
          </p:nvPr>
        </p:nvGraphicFramePr>
        <p:xfrm>
          <a:off x="2128720" y="1044700"/>
          <a:ext cx="5491280" cy="34063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8536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/>
              <a:t>Scalability and performance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DF13B9-5C88-4283-9715-010A0336B8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5518" y="1808225"/>
            <a:ext cx="4662017" cy="285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8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9A2F03-3A48-48DD-9038-5E9AB33B987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641" y="739290"/>
            <a:ext cx="4886560" cy="366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037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price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49A648-BB77-495F-97CA-DE397FF458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625" y="1960930"/>
            <a:ext cx="523875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060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Stackoverflow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survey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9FB6F0-6CB6-4D17-B9D1-918FBA6B49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32" y="1808225"/>
            <a:ext cx="7119990" cy="26289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668F16-F342-43DF-9383-2E19ED1AA1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429" y="4507376"/>
            <a:ext cx="1823310" cy="358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9220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05D001-00D6-4A64-A783-44757381F4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015" y="1960930"/>
            <a:ext cx="5647222" cy="263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6213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05D001-00D6-4A64-A783-44757381F4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015" y="1960930"/>
            <a:ext cx="5647222" cy="263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519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Salary rank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3FDA1A-29EB-4D9D-8CE2-5231C33653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50110"/>
            <a:ext cx="3499429" cy="3289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893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Interest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7887CB-AB19-4131-A6E8-F444C3229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2475" y="2266340"/>
            <a:ext cx="6099050" cy="209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516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Job availability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46A68B-1CB9-4D47-9AC4-00BEF9B192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1425" y="1808225"/>
            <a:ext cx="5445367" cy="2977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1930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4523D-D70E-4ED6-B11F-AA3BFED86A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044700"/>
            <a:ext cx="2746335" cy="33595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B82FDA2-FCB6-4024-B24E-EE8C050EB2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8230" y="1044700"/>
            <a:ext cx="2748690" cy="3359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8507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6BFF9D-6F1D-4618-B443-78C7EE89F4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4473" y="1044700"/>
            <a:ext cx="2462595" cy="33595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61DB77-37D8-43CE-9732-DDDA8B3003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044700"/>
            <a:ext cx="3817625" cy="3324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490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377</Words>
  <Application>Microsoft Office PowerPoint</Application>
  <PresentationFormat>On-screen Show (16:9)</PresentationFormat>
  <Paragraphs>101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  <vt:lpstr>Birth of Bitcoin</vt:lpstr>
      <vt:lpstr>Applications</vt:lpstr>
      <vt:lpstr>Starbucks</vt:lpstr>
      <vt:lpstr>Decentralized identity</vt:lpstr>
      <vt:lpstr>CryptoKitties</vt:lpstr>
      <vt:lpstr>Medicalchain</vt:lpstr>
      <vt:lpstr>Tensions</vt:lpstr>
      <vt:lpstr>Scalability and performance</vt:lpstr>
      <vt:lpstr>Structure</vt:lpstr>
      <vt:lpstr>Bitcoin price</vt:lpstr>
      <vt:lpstr>Stackoverflow survey</vt:lpstr>
      <vt:lpstr>Salary</vt:lpstr>
      <vt:lpstr>Salary</vt:lpstr>
      <vt:lpstr>Salary rank</vt:lpstr>
      <vt:lpstr>Interest</vt:lpstr>
      <vt:lpstr>Job availability</vt:lpstr>
      <vt:lpstr>More…</vt:lpstr>
      <vt:lpstr>More…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2019-05-25T02:06:41Z</dcterms:modified>
</cp:coreProperties>
</file>