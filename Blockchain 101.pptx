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Stackoverflow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survey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9FB6F0-6CB6-4D17-B9D1-918FBA6B4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32" y="1808225"/>
            <a:ext cx="7119990" cy="2628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668F16-F342-43DF-9383-2E19ED1AA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29" y="4507376"/>
            <a:ext cx="1823310" cy="3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922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1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367</Words>
  <Application>Microsoft Office PowerPoint</Application>
  <PresentationFormat>On-screen Show (16:9)</PresentationFormat>
  <Paragraphs>95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  <vt:lpstr>Stackoverflow survey</vt:lpstr>
      <vt:lpstr>Salary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2019-05-25T01:56:10Z</dcterms:modified>
</cp:coreProperties>
</file>