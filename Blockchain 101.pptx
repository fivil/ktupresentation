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5"/>
  </p:notesMasterIdLst>
  <p:sldIdLst>
    <p:sldId id="256" r:id="rId2"/>
    <p:sldId id="258" r:id="rId3"/>
    <p:sldId id="259" r:id="rId4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4" d="100"/>
          <a:sy n="124" d="100"/>
        </p:scale>
        <p:origin x="16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decentralized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charts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</Words>
  <Application>Microsoft Office PowerPoint</Application>
  <PresentationFormat>On-screen Show (16:9)</PresentationFormat>
  <Paragraphs>21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Times New Roman</vt:lpstr>
      <vt:lpstr>Office Theme</vt:lpstr>
      <vt:lpstr>Blockchain 101</vt:lpstr>
      <vt:lpstr>Abstract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2019-05-24T23:24:44Z</dcterms:modified>
</cp:coreProperties>
</file>