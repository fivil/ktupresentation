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2" r:id="rId9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4" d="100"/>
          <a:sy n="124" d="100"/>
        </p:scale>
        <p:origin x="168" y="4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decentralized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charts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009481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4C74D-78A7-4E76-A5BA-42F36F75F9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290929"/>
            <a:ext cx="4877410" cy="256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F5F25D-1069-430B-99D0-1B8C9D7BD680}"/>
              </a:ext>
            </a:extLst>
          </p:cNvPr>
          <p:cNvSpPr txBox="1"/>
          <p:nvPr/>
        </p:nvSpPr>
        <p:spPr>
          <a:xfrm>
            <a:off x="6862575" y="392034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Ledger</a:t>
            </a:r>
          </a:p>
        </p:txBody>
      </p:sp>
    </p:spTree>
    <p:extLst>
      <p:ext uri="{BB962C8B-B14F-4D97-AF65-F5344CB8AC3E}">
        <p14:creationId xmlns:p14="http://schemas.microsoft.com/office/powerpoint/2010/main" val="269602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decentralized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9B0FA3-B80C-40EC-859B-C31EAD1CD3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2" b="32247"/>
          <a:stretch/>
        </p:blipFill>
        <p:spPr>
          <a:xfrm>
            <a:off x="1670605" y="2266340"/>
            <a:ext cx="5497379" cy="1985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74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decentralized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E427A02-63A1-4659-8188-91A1451177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137" y="1974850"/>
            <a:ext cx="2155063" cy="2276475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7A0B53F-14BF-4954-96E4-0205B2093CC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677" y="1974850"/>
            <a:ext cx="1916420" cy="2276475"/>
          </a:xfrm>
        </p:spPr>
      </p:pic>
    </p:spTree>
    <p:extLst>
      <p:ext uri="{BB962C8B-B14F-4D97-AF65-F5344CB8AC3E}">
        <p14:creationId xmlns:p14="http://schemas.microsoft.com/office/powerpoint/2010/main" val="1198196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125</Words>
  <Application>Microsoft Office PowerPoint</Application>
  <PresentationFormat>On-screen Show (16:9)</PresentationFormat>
  <Paragraphs>39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  <vt:lpstr>What is Blockchain?</vt:lpstr>
      <vt:lpstr> Centralized vs decentralized </vt:lpstr>
      <vt:lpstr> Centralized vs decentralized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2019-05-25T00:06:40Z</dcterms:modified>
</cp:coreProperties>
</file>