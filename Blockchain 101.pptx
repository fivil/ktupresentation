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9A2F03-3A48-48DD-9038-5E9AB33B98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641" y="739290"/>
            <a:ext cx="4886560" cy="36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37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Bitcoin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A648-BB77-495F-97CA-DE397FF45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625" y="1960930"/>
            <a:ext cx="523875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60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364</Words>
  <Application>Microsoft Office PowerPoint</Application>
  <PresentationFormat>On-screen Show (16:9)</PresentationFormat>
  <Paragraphs>93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  <vt:lpstr>Structure</vt:lpstr>
      <vt:lpstr>Bitcoin price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2019-05-25T01:49:21Z</dcterms:modified>
</cp:coreProperties>
</file>