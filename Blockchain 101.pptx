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5"/>
  </p:notesMasterIdLst>
  <p:sldIdLst>
    <p:sldId id="256" r:id="rId2"/>
    <p:sldId id="258" r:id="rId3"/>
    <p:sldId id="259" r:id="rId4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4" d="100"/>
          <a:sy n="124" d="100"/>
        </p:scale>
        <p:origin x="168" y="4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decentralized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charts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2586836" y="2156251"/>
            <a:ext cx="641361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internet did for communications, 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blockchain will do for trusted transactions.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6835" y="3029865"/>
            <a:ext cx="1498093" cy="17330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590" y="4098800"/>
            <a:ext cx="1438275" cy="57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</Words>
  <Application>Microsoft Office PowerPoint</Application>
  <PresentationFormat>On-screen Show (16:9)</PresentationFormat>
  <Paragraphs>20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Times New Roman</vt:lpstr>
      <vt:lpstr>Office Theme</vt:lpstr>
      <vt:lpstr>Blockchain 101</vt:lpstr>
      <vt:lpstr>Abstract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2019-05-24T23:21:08Z</dcterms:modified>
</cp:coreProperties>
</file>