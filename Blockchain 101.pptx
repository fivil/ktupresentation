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59" r:id="rId4"/>
    <p:sldId id="260" r:id="rId5"/>
    <p:sldId id="261" r:id="rId6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1" d="100"/>
          <a:sy n="121" d="100"/>
        </p:scale>
        <p:origin x="25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decentralized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charts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4405033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</Words>
  <Application>Microsoft Office PowerPoint</Application>
  <PresentationFormat>On-screen Show (16:9)</PresentationFormat>
  <Paragraphs>35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2019-05-24T23:46:12Z</dcterms:modified>
</cp:coreProperties>
</file>