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27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60EC623-761D-44FB-92D6-56C1E8D0E577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3" csCatId="colorful" phldr="1"/>
      <dgm:spPr/>
    </dgm:pt>
    <dgm:pt modelId="{4726E4AC-8001-4EAC-B6E3-8C0C5580E75A}">
      <dgm:prSet phldrT="[Text]"/>
      <dgm:spPr/>
      <dgm:t>
        <a:bodyPr/>
        <a:lstStyle/>
        <a:p>
          <a:r>
            <a:rPr lang="en-US" dirty="0"/>
            <a:t>Scalability</a:t>
          </a:r>
        </a:p>
      </dgm:t>
    </dgm:pt>
    <dgm:pt modelId="{086FB8CC-FB70-4AEC-BD2D-F072D9E2B67B}" type="parTrans" cxnId="{3D0C897B-6756-4C7E-ABB1-DC90DA34C0F2}">
      <dgm:prSet/>
      <dgm:spPr/>
      <dgm:t>
        <a:bodyPr/>
        <a:lstStyle/>
        <a:p>
          <a:endParaRPr lang="en-US"/>
        </a:p>
      </dgm:t>
    </dgm:pt>
    <dgm:pt modelId="{045FAAC9-7172-4B62-8E48-E0D18AD197A4}" type="sibTrans" cxnId="{3D0C897B-6756-4C7E-ABB1-DC90DA34C0F2}">
      <dgm:prSet/>
      <dgm:spPr/>
      <dgm:t>
        <a:bodyPr/>
        <a:lstStyle/>
        <a:p>
          <a:endParaRPr lang="en-US"/>
        </a:p>
      </dgm:t>
    </dgm:pt>
    <dgm:pt modelId="{1A00CC91-E4A3-4308-B367-ED8854EAB96D}">
      <dgm:prSet phldrT="[Text]"/>
      <dgm:spPr/>
      <dgm:t>
        <a:bodyPr/>
        <a:lstStyle/>
        <a:p>
          <a:r>
            <a:rPr lang="en-US" dirty="0"/>
            <a:t>Performance</a:t>
          </a:r>
        </a:p>
      </dgm:t>
    </dgm:pt>
    <dgm:pt modelId="{59F0103B-A021-40DF-99B4-F489D4FC857D}" type="parTrans" cxnId="{481E78D7-7440-4B8E-BCBB-B54AC2157791}">
      <dgm:prSet/>
      <dgm:spPr/>
      <dgm:t>
        <a:bodyPr/>
        <a:lstStyle/>
        <a:p>
          <a:endParaRPr lang="en-US"/>
        </a:p>
      </dgm:t>
    </dgm:pt>
    <dgm:pt modelId="{BE55F2F1-5327-456B-B809-797FD36A9701}" type="sibTrans" cxnId="{481E78D7-7440-4B8E-BCBB-B54AC2157791}">
      <dgm:prSet/>
      <dgm:spPr/>
      <dgm:t>
        <a:bodyPr/>
        <a:lstStyle/>
        <a:p>
          <a:endParaRPr lang="en-US"/>
        </a:p>
      </dgm:t>
    </dgm:pt>
    <dgm:pt modelId="{584A0CA3-7B88-4B97-9D98-29BC2169F273}">
      <dgm:prSet phldrT="[Text]"/>
      <dgm:spPr/>
      <dgm:t>
        <a:bodyPr/>
        <a:lstStyle/>
        <a:p>
          <a:r>
            <a:rPr lang="en-US" dirty="0"/>
            <a:t>Privacy</a:t>
          </a:r>
        </a:p>
      </dgm:t>
    </dgm:pt>
    <dgm:pt modelId="{20BA52D3-47F3-495E-A70B-A22FFFB1BC70}" type="parTrans" cxnId="{4D4A6D3D-292E-420A-98B0-329DBEDCA644}">
      <dgm:prSet/>
      <dgm:spPr/>
      <dgm:t>
        <a:bodyPr/>
        <a:lstStyle/>
        <a:p>
          <a:endParaRPr lang="en-US"/>
        </a:p>
      </dgm:t>
    </dgm:pt>
    <dgm:pt modelId="{E6A8D226-8666-4F00-B17B-C43A86D6E5EF}" type="sibTrans" cxnId="{4D4A6D3D-292E-420A-98B0-329DBEDCA644}">
      <dgm:prSet/>
      <dgm:spPr/>
      <dgm:t>
        <a:bodyPr/>
        <a:lstStyle/>
        <a:p>
          <a:endParaRPr lang="en-US"/>
        </a:p>
      </dgm:t>
    </dgm:pt>
    <dgm:pt modelId="{494853F7-88E9-4871-8D71-5966693F5181}">
      <dgm:prSet phldrT="[Text]"/>
      <dgm:spPr/>
      <dgm:t>
        <a:bodyPr/>
        <a:lstStyle/>
        <a:p>
          <a:r>
            <a:rPr lang="en-US" dirty="0"/>
            <a:t>Environment</a:t>
          </a:r>
        </a:p>
      </dgm:t>
    </dgm:pt>
    <dgm:pt modelId="{F3B35F8C-AA76-40B6-A1FE-1739A02B09D9}" type="parTrans" cxnId="{5FEEEB8C-A7B1-4322-8318-A4B036FBFB79}">
      <dgm:prSet/>
      <dgm:spPr/>
      <dgm:t>
        <a:bodyPr/>
        <a:lstStyle/>
        <a:p>
          <a:endParaRPr lang="en-US"/>
        </a:p>
      </dgm:t>
    </dgm:pt>
    <dgm:pt modelId="{7413BB1E-45EA-48E1-9EF3-8F87D0BF9E6F}" type="sibTrans" cxnId="{5FEEEB8C-A7B1-4322-8318-A4B036FBFB79}">
      <dgm:prSet/>
      <dgm:spPr/>
      <dgm:t>
        <a:bodyPr/>
        <a:lstStyle/>
        <a:p>
          <a:endParaRPr lang="en-US"/>
        </a:p>
      </dgm:t>
    </dgm:pt>
    <dgm:pt modelId="{7852E779-80A2-4DAB-9D4E-825DB8C661C6}">
      <dgm:prSet phldrT="[Text]"/>
      <dgm:spPr/>
      <dgm:t>
        <a:bodyPr/>
        <a:lstStyle/>
        <a:p>
          <a:r>
            <a:rPr lang="en-US" dirty="0"/>
            <a:t>Regulation</a:t>
          </a:r>
        </a:p>
      </dgm:t>
    </dgm:pt>
    <dgm:pt modelId="{F00D89B3-DE3A-41AF-8002-AF3CD25A58E7}" type="parTrans" cxnId="{6347B2E2-D6A1-41D8-8808-0AA8A2D4EC15}">
      <dgm:prSet/>
      <dgm:spPr/>
      <dgm:t>
        <a:bodyPr/>
        <a:lstStyle/>
        <a:p>
          <a:endParaRPr lang="en-US"/>
        </a:p>
      </dgm:t>
    </dgm:pt>
    <dgm:pt modelId="{243D80BC-9B98-46C3-9AC9-9108E75AA4B0}" type="sibTrans" cxnId="{6347B2E2-D6A1-41D8-8808-0AA8A2D4EC15}">
      <dgm:prSet/>
      <dgm:spPr/>
      <dgm:t>
        <a:bodyPr/>
        <a:lstStyle/>
        <a:p>
          <a:endParaRPr lang="en-US"/>
        </a:p>
      </dgm:t>
    </dgm:pt>
    <dgm:pt modelId="{C7DBE820-1787-4F09-954F-C951906F2884}">
      <dgm:prSet phldrT="[Text]"/>
      <dgm:spPr/>
      <dgm:t>
        <a:bodyPr/>
        <a:lstStyle/>
        <a:p>
          <a:r>
            <a:rPr lang="en-US"/>
            <a:t>Complexity</a:t>
          </a:r>
          <a:endParaRPr lang="en-US" dirty="0"/>
        </a:p>
      </dgm:t>
    </dgm:pt>
    <dgm:pt modelId="{91EC1268-23B0-4795-9042-D27F93E5D564}" type="parTrans" cxnId="{B79790F2-C8DB-4B5E-8602-983F495329BD}">
      <dgm:prSet/>
      <dgm:spPr/>
      <dgm:t>
        <a:bodyPr/>
        <a:lstStyle/>
        <a:p>
          <a:endParaRPr lang="en-US"/>
        </a:p>
      </dgm:t>
    </dgm:pt>
    <dgm:pt modelId="{35BE49EB-B8C7-4F53-8D29-799E14259942}" type="sibTrans" cxnId="{B79790F2-C8DB-4B5E-8602-983F495329BD}">
      <dgm:prSet/>
      <dgm:spPr/>
      <dgm:t>
        <a:bodyPr/>
        <a:lstStyle/>
        <a:p>
          <a:endParaRPr lang="en-US"/>
        </a:p>
      </dgm:t>
    </dgm:pt>
    <dgm:pt modelId="{AF844E9F-96AD-48D7-BDE8-44293AFEDDA2}" type="pres">
      <dgm:prSet presAssocID="{160EC623-761D-44FB-92D6-56C1E8D0E577}" presName="Name0" presStyleCnt="0">
        <dgm:presLayoutVars>
          <dgm:chMax val="7"/>
          <dgm:chPref val="7"/>
          <dgm:dir/>
        </dgm:presLayoutVars>
      </dgm:prSet>
      <dgm:spPr/>
    </dgm:pt>
    <dgm:pt modelId="{A311D34F-F271-4E61-8487-347CE300DA77}" type="pres">
      <dgm:prSet presAssocID="{160EC623-761D-44FB-92D6-56C1E8D0E577}" presName="Name1" presStyleCnt="0"/>
      <dgm:spPr/>
    </dgm:pt>
    <dgm:pt modelId="{EA6FD94E-DFBA-4E4E-B90C-BEE2A07EEEDF}" type="pres">
      <dgm:prSet presAssocID="{160EC623-761D-44FB-92D6-56C1E8D0E577}" presName="cycle" presStyleCnt="0"/>
      <dgm:spPr/>
    </dgm:pt>
    <dgm:pt modelId="{8D87B8F9-7CBF-4834-A8A4-99DD0152702C}" type="pres">
      <dgm:prSet presAssocID="{160EC623-761D-44FB-92D6-56C1E8D0E577}" presName="srcNode" presStyleLbl="node1" presStyleIdx="0" presStyleCnt="6"/>
      <dgm:spPr/>
    </dgm:pt>
    <dgm:pt modelId="{D3E8A17B-8A8F-4D19-9892-F232902D9403}" type="pres">
      <dgm:prSet presAssocID="{160EC623-761D-44FB-92D6-56C1E8D0E577}" presName="conn" presStyleLbl="parChTrans1D2" presStyleIdx="0" presStyleCnt="1"/>
      <dgm:spPr/>
    </dgm:pt>
    <dgm:pt modelId="{11527C88-84C8-4DA1-B1B2-D2E77BF13876}" type="pres">
      <dgm:prSet presAssocID="{160EC623-761D-44FB-92D6-56C1E8D0E577}" presName="extraNode" presStyleLbl="node1" presStyleIdx="0" presStyleCnt="6"/>
      <dgm:spPr/>
    </dgm:pt>
    <dgm:pt modelId="{994F1B54-C372-46AC-845E-66472DE84EDA}" type="pres">
      <dgm:prSet presAssocID="{160EC623-761D-44FB-92D6-56C1E8D0E577}" presName="dstNode" presStyleLbl="node1" presStyleIdx="0" presStyleCnt="6"/>
      <dgm:spPr/>
    </dgm:pt>
    <dgm:pt modelId="{12F789F2-EF16-4D42-9472-BE75DB6DBE0F}" type="pres">
      <dgm:prSet presAssocID="{4726E4AC-8001-4EAC-B6E3-8C0C5580E75A}" presName="text_1" presStyleLbl="node1" presStyleIdx="0" presStyleCnt="6">
        <dgm:presLayoutVars>
          <dgm:bulletEnabled val="1"/>
        </dgm:presLayoutVars>
      </dgm:prSet>
      <dgm:spPr/>
    </dgm:pt>
    <dgm:pt modelId="{70A3F432-E510-418B-AFC2-57C2D504BEC8}" type="pres">
      <dgm:prSet presAssocID="{4726E4AC-8001-4EAC-B6E3-8C0C5580E75A}" presName="accent_1" presStyleCnt="0"/>
      <dgm:spPr/>
    </dgm:pt>
    <dgm:pt modelId="{1E618B42-B9CE-4C13-A204-7DB67458401F}" type="pres">
      <dgm:prSet presAssocID="{4726E4AC-8001-4EAC-B6E3-8C0C5580E75A}" presName="accentRepeatNode" presStyleLbl="solidFgAcc1" presStyleIdx="0" presStyleCnt="6"/>
      <dgm:spPr/>
    </dgm:pt>
    <dgm:pt modelId="{F7851FF3-F741-46CC-8915-D03F4E722B83}" type="pres">
      <dgm:prSet presAssocID="{1A00CC91-E4A3-4308-B367-ED8854EAB96D}" presName="text_2" presStyleLbl="node1" presStyleIdx="1" presStyleCnt="6">
        <dgm:presLayoutVars>
          <dgm:bulletEnabled val="1"/>
        </dgm:presLayoutVars>
      </dgm:prSet>
      <dgm:spPr/>
    </dgm:pt>
    <dgm:pt modelId="{F150B81A-CF17-49C2-8253-EDA5C18FB1D6}" type="pres">
      <dgm:prSet presAssocID="{1A00CC91-E4A3-4308-B367-ED8854EAB96D}" presName="accent_2" presStyleCnt="0"/>
      <dgm:spPr/>
    </dgm:pt>
    <dgm:pt modelId="{06BD056B-8BA8-4CB3-909B-931914330EEA}" type="pres">
      <dgm:prSet presAssocID="{1A00CC91-E4A3-4308-B367-ED8854EAB96D}" presName="accentRepeatNode" presStyleLbl="solidFgAcc1" presStyleIdx="1" presStyleCnt="6"/>
      <dgm:spPr/>
    </dgm:pt>
    <dgm:pt modelId="{74A751DC-BC02-4A45-9BF6-1844F33360DC}" type="pres">
      <dgm:prSet presAssocID="{584A0CA3-7B88-4B97-9D98-29BC2169F273}" presName="text_3" presStyleLbl="node1" presStyleIdx="2" presStyleCnt="6">
        <dgm:presLayoutVars>
          <dgm:bulletEnabled val="1"/>
        </dgm:presLayoutVars>
      </dgm:prSet>
      <dgm:spPr/>
    </dgm:pt>
    <dgm:pt modelId="{05730C5D-00A2-410A-A192-423726E47F9C}" type="pres">
      <dgm:prSet presAssocID="{584A0CA3-7B88-4B97-9D98-29BC2169F273}" presName="accent_3" presStyleCnt="0"/>
      <dgm:spPr/>
    </dgm:pt>
    <dgm:pt modelId="{B794C75F-BD2F-44DD-9152-CF1BB0497621}" type="pres">
      <dgm:prSet presAssocID="{584A0CA3-7B88-4B97-9D98-29BC2169F273}" presName="accentRepeatNode" presStyleLbl="solidFgAcc1" presStyleIdx="2" presStyleCnt="6"/>
      <dgm:spPr/>
    </dgm:pt>
    <dgm:pt modelId="{97068A30-0292-4662-97BB-3075F45C444A}" type="pres">
      <dgm:prSet presAssocID="{494853F7-88E9-4871-8D71-5966693F5181}" presName="text_4" presStyleLbl="node1" presStyleIdx="3" presStyleCnt="6">
        <dgm:presLayoutVars>
          <dgm:bulletEnabled val="1"/>
        </dgm:presLayoutVars>
      </dgm:prSet>
      <dgm:spPr/>
    </dgm:pt>
    <dgm:pt modelId="{9AEC20E1-E4E3-4D65-92AA-654AD0AF753A}" type="pres">
      <dgm:prSet presAssocID="{494853F7-88E9-4871-8D71-5966693F5181}" presName="accent_4" presStyleCnt="0"/>
      <dgm:spPr/>
    </dgm:pt>
    <dgm:pt modelId="{42D94A87-E717-4DE3-80DD-C230204F9E82}" type="pres">
      <dgm:prSet presAssocID="{494853F7-88E9-4871-8D71-5966693F5181}" presName="accentRepeatNode" presStyleLbl="solidFgAcc1" presStyleIdx="3" presStyleCnt="6"/>
      <dgm:spPr/>
    </dgm:pt>
    <dgm:pt modelId="{ED1289C3-0E11-41E8-AD51-F1C5FF3D83FA}" type="pres">
      <dgm:prSet presAssocID="{7852E779-80A2-4DAB-9D4E-825DB8C661C6}" presName="text_5" presStyleLbl="node1" presStyleIdx="4" presStyleCnt="6">
        <dgm:presLayoutVars>
          <dgm:bulletEnabled val="1"/>
        </dgm:presLayoutVars>
      </dgm:prSet>
      <dgm:spPr/>
    </dgm:pt>
    <dgm:pt modelId="{2C3B0C43-EF91-4271-ABF8-82BFD8AF6F64}" type="pres">
      <dgm:prSet presAssocID="{7852E779-80A2-4DAB-9D4E-825DB8C661C6}" presName="accent_5" presStyleCnt="0"/>
      <dgm:spPr/>
    </dgm:pt>
    <dgm:pt modelId="{E890A278-E2EE-4C21-84A9-E9E63EBC2CC1}" type="pres">
      <dgm:prSet presAssocID="{7852E779-80A2-4DAB-9D4E-825DB8C661C6}" presName="accentRepeatNode" presStyleLbl="solidFgAcc1" presStyleIdx="4" presStyleCnt="6"/>
      <dgm:spPr/>
    </dgm:pt>
    <dgm:pt modelId="{D4138CFF-B993-49FB-BCAB-7D427DFF06BD}" type="pres">
      <dgm:prSet presAssocID="{C7DBE820-1787-4F09-954F-C951906F2884}" presName="text_6" presStyleLbl="node1" presStyleIdx="5" presStyleCnt="6">
        <dgm:presLayoutVars>
          <dgm:bulletEnabled val="1"/>
        </dgm:presLayoutVars>
      </dgm:prSet>
      <dgm:spPr/>
    </dgm:pt>
    <dgm:pt modelId="{A1C58F02-7DFA-4494-97F2-D1CECF78A31A}" type="pres">
      <dgm:prSet presAssocID="{C7DBE820-1787-4F09-954F-C951906F2884}" presName="accent_6" presStyleCnt="0"/>
      <dgm:spPr/>
    </dgm:pt>
    <dgm:pt modelId="{03F19F9D-0A05-4473-BFFB-5EFBEB7A9355}" type="pres">
      <dgm:prSet presAssocID="{C7DBE820-1787-4F09-954F-C951906F2884}" presName="accentRepeatNode" presStyleLbl="solidFgAcc1" presStyleIdx="5" presStyleCnt="6"/>
      <dgm:spPr/>
    </dgm:pt>
  </dgm:ptLst>
  <dgm:cxnLst>
    <dgm:cxn modelId="{DE4E6B02-22B3-49F1-988A-E9725593759E}" type="presOf" srcId="{7852E779-80A2-4DAB-9D4E-825DB8C661C6}" destId="{ED1289C3-0E11-41E8-AD51-F1C5FF3D83FA}" srcOrd="0" destOrd="0" presId="urn:microsoft.com/office/officeart/2008/layout/VerticalCurvedList"/>
    <dgm:cxn modelId="{4D4A6D3D-292E-420A-98B0-329DBEDCA644}" srcId="{160EC623-761D-44FB-92D6-56C1E8D0E577}" destId="{584A0CA3-7B88-4B97-9D98-29BC2169F273}" srcOrd="2" destOrd="0" parTransId="{20BA52D3-47F3-495E-A70B-A22FFFB1BC70}" sibTransId="{E6A8D226-8666-4F00-B17B-C43A86D6E5EF}"/>
    <dgm:cxn modelId="{3D0C897B-6756-4C7E-ABB1-DC90DA34C0F2}" srcId="{160EC623-761D-44FB-92D6-56C1E8D0E577}" destId="{4726E4AC-8001-4EAC-B6E3-8C0C5580E75A}" srcOrd="0" destOrd="0" parTransId="{086FB8CC-FB70-4AEC-BD2D-F072D9E2B67B}" sibTransId="{045FAAC9-7172-4B62-8E48-E0D18AD197A4}"/>
    <dgm:cxn modelId="{5FEEEB8C-A7B1-4322-8318-A4B036FBFB79}" srcId="{160EC623-761D-44FB-92D6-56C1E8D0E577}" destId="{494853F7-88E9-4871-8D71-5966693F5181}" srcOrd="3" destOrd="0" parTransId="{F3B35F8C-AA76-40B6-A1FE-1739A02B09D9}" sibTransId="{7413BB1E-45EA-48E1-9EF3-8F87D0BF9E6F}"/>
    <dgm:cxn modelId="{65B94699-9D64-4017-BFB0-93F5AC67734C}" type="presOf" srcId="{4726E4AC-8001-4EAC-B6E3-8C0C5580E75A}" destId="{12F789F2-EF16-4D42-9472-BE75DB6DBE0F}" srcOrd="0" destOrd="0" presId="urn:microsoft.com/office/officeart/2008/layout/VerticalCurvedList"/>
    <dgm:cxn modelId="{16DACEB4-A38E-4E0C-8EA0-BF49F9AA89C6}" type="presOf" srcId="{160EC623-761D-44FB-92D6-56C1E8D0E577}" destId="{AF844E9F-96AD-48D7-BDE8-44293AFEDDA2}" srcOrd="0" destOrd="0" presId="urn:microsoft.com/office/officeart/2008/layout/VerticalCurvedList"/>
    <dgm:cxn modelId="{D030BABB-C934-4AD3-922D-3760D315EF1B}" type="presOf" srcId="{584A0CA3-7B88-4B97-9D98-29BC2169F273}" destId="{74A751DC-BC02-4A45-9BF6-1844F33360DC}" srcOrd="0" destOrd="0" presId="urn:microsoft.com/office/officeart/2008/layout/VerticalCurvedList"/>
    <dgm:cxn modelId="{14E17BC4-0328-49AD-ACB1-6AB23FF1C57F}" type="presOf" srcId="{1A00CC91-E4A3-4308-B367-ED8854EAB96D}" destId="{F7851FF3-F741-46CC-8915-D03F4E722B83}" srcOrd="0" destOrd="0" presId="urn:microsoft.com/office/officeart/2008/layout/VerticalCurvedList"/>
    <dgm:cxn modelId="{E250D5D2-FCA0-4023-AB9A-8F357FECC721}" type="presOf" srcId="{045FAAC9-7172-4B62-8E48-E0D18AD197A4}" destId="{D3E8A17B-8A8F-4D19-9892-F232902D9403}" srcOrd="0" destOrd="0" presId="urn:microsoft.com/office/officeart/2008/layout/VerticalCurvedList"/>
    <dgm:cxn modelId="{481E78D7-7440-4B8E-BCBB-B54AC2157791}" srcId="{160EC623-761D-44FB-92D6-56C1E8D0E577}" destId="{1A00CC91-E4A3-4308-B367-ED8854EAB96D}" srcOrd="1" destOrd="0" parTransId="{59F0103B-A021-40DF-99B4-F489D4FC857D}" sibTransId="{BE55F2F1-5327-456B-B809-797FD36A9701}"/>
    <dgm:cxn modelId="{6347B2E2-D6A1-41D8-8808-0AA8A2D4EC15}" srcId="{160EC623-761D-44FB-92D6-56C1E8D0E577}" destId="{7852E779-80A2-4DAB-9D4E-825DB8C661C6}" srcOrd="4" destOrd="0" parTransId="{F00D89B3-DE3A-41AF-8002-AF3CD25A58E7}" sibTransId="{243D80BC-9B98-46C3-9AC9-9108E75AA4B0}"/>
    <dgm:cxn modelId="{C8D584E7-B0B6-4EE0-ABAD-9A704B0FAB53}" type="presOf" srcId="{494853F7-88E9-4871-8D71-5966693F5181}" destId="{97068A30-0292-4662-97BB-3075F45C444A}" srcOrd="0" destOrd="0" presId="urn:microsoft.com/office/officeart/2008/layout/VerticalCurvedList"/>
    <dgm:cxn modelId="{B79790F2-C8DB-4B5E-8602-983F495329BD}" srcId="{160EC623-761D-44FB-92D6-56C1E8D0E577}" destId="{C7DBE820-1787-4F09-954F-C951906F2884}" srcOrd="5" destOrd="0" parTransId="{91EC1268-23B0-4795-9042-D27F93E5D564}" sibTransId="{35BE49EB-B8C7-4F53-8D29-799E14259942}"/>
    <dgm:cxn modelId="{5B33FDFB-8F89-42C6-A5D7-BDECA7E9869C}" type="presOf" srcId="{C7DBE820-1787-4F09-954F-C951906F2884}" destId="{D4138CFF-B993-49FB-BCAB-7D427DFF06BD}" srcOrd="0" destOrd="0" presId="urn:microsoft.com/office/officeart/2008/layout/VerticalCurvedList"/>
    <dgm:cxn modelId="{2CBA2147-756E-43F3-B721-1BD54E6CD59C}" type="presParOf" srcId="{AF844E9F-96AD-48D7-BDE8-44293AFEDDA2}" destId="{A311D34F-F271-4E61-8487-347CE300DA77}" srcOrd="0" destOrd="0" presId="urn:microsoft.com/office/officeart/2008/layout/VerticalCurvedList"/>
    <dgm:cxn modelId="{614A3BC3-7622-4244-B2FA-67F4BC14FB0B}" type="presParOf" srcId="{A311D34F-F271-4E61-8487-347CE300DA77}" destId="{EA6FD94E-DFBA-4E4E-B90C-BEE2A07EEEDF}" srcOrd="0" destOrd="0" presId="urn:microsoft.com/office/officeart/2008/layout/VerticalCurvedList"/>
    <dgm:cxn modelId="{8477B340-A24C-4CC8-AF8A-55E418715702}" type="presParOf" srcId="{EA6FD94E-DFBA-4E4E-B90C-BEE2A07EEEDF}" destId="{8D87B8F9-7CBF-4834-A8A4-99DD0152702C}" srcOrd="0" destOrd="0" presId="urn:microsoft.com/office/officeart/2008/layout/VerticalCurvedList"/>
    <dgm:cxn modelId="{0061F1F3-671D-4920-A916-A7CE2FFF665D}" type="presParOf" srcId="{EA6FD94E-DFBA-4E4E-B90C-BEE2A07EEEDF}" destId="{D3E8A17B-8A8F-4D19-9892-F232902D9403}" srcOrd="1" destOrd="0" presId="urn:microsoft.com/office/officeart/2008/layout/VerticalCurvedList"/>
    <dgm:cxn modelId="{8B017647-1028-4017-AC49-2FD3E6464BEA}" type="presParOf" srcId="{EA6FD94E-DFBA-4E4E-B90C-BEE2A07EEEDF}" destId="{11527C88-84C8-4DA1-B1B2-D2E77BF13876}" srcOrd="2" destOrd="0" presId="urn:microsoft.com/office/officeart/2008/layout/VerticalCurvedList"/>
    <dgm:cxn modelId="{34BBCF35-373B-4FC4-AEBC-15B8E4B6593F}" type="presParOf" srcId="{EA6FD94E-DFBA-4E4E-B90C-BEE2A07EEEDF}" destId="{994F1B54-C372-46AC-845E-66472DE84EDA}" srcOrd="3" destOrd="0" presId="urn:microsoft.com/office/officeart/2008/layout/VerticalCurvedList"/>
    <dgm:cxn modelId="{F865BCE8-6B13-4D42-8297-4C61B2080D86}" type="presParOf" srcId="{A311D34F-F271-4E61-8487-347CE300DA77}" destId="{12F789F2-EF16-4D42-9472-BE75DB6DBE0F}" srcOrd="1" destOrd="0" presId="urn:microsoft.com/office/officeart/2008/layout/VerticalCurvedList"/>
    <dgm:cxn modelId="{D40E5209-D92A-4208-80A7-420D34353440}" type="presParOf" srcId="{A311D34F-F271-4E61-8487-347CE300DA77}" destId="{70A3F432-E510-418B-AFC2-57C2D504BEC8}" srcOrd="2" destOrd="0" presId="urn:microsoft.com/office/officeart/2008/layout/VerticalCurvedList"/>
    <dgm:cxn modelId="{E3D81979-7B60-4C7F-9DB6-E6BF5BD2B0AD}" type="presParOf" srcId="{70A3F432-E510-418B-AFC2-57C2D504BEC8}" destId="{1E618B42-B9CE-4C13-A204-7DB67458401F}" srcOrd="0" destOrd="0" presId="urn:microsoft.com/office/officeart/2008/layout/VerticalCurvedList"/>
    <dgm:cxn modelId="{7F27C3EA-BAC9-4FE7-867F-F4B884BFE19D}" type="presParOf" srcId="{A311D34F-F271-4E61-8487-347CE300DA77}" destId="{F7851FF3-F741-46CC-8915-D03F4E722B83}" srcOrd="3" destOrd="0" presId="urn:microsoft.com/office/officeart/2008/layout/VerticalCurvedList"/>
    <dgm:cxn modelId="{529855C3-7F1B-4DD1-9060-CE32BBD46308}" type="presParOf" srcId="{A311D34F-F271-4E61-8487-347CE300DA77}" destId="{F150B81A-CF17-49C2-8253-EDA5C18FB1D6}" srcOrd="4" destOrd="0" presId="urn:microsoft.com/office/officeart/2008/layout/VerticalCurvedList"/>
    <dgm:cxn modelId="{8EF794AF-8ABA-4CAA-A605-4DEB809A44B8}" type="presParOf" srcId="{F150B81A-CF17-49C2-8253-EDA5C18FB1D6}" destId="{06BD056B-8BA8-4CB3-909B-931914330EEA}" srcOrd="0" destOrd="0" presId="urn:microsoft.com/office/officeart/2008/layout/VerticalCurvedList"/>
    <dgm:cxn modelId="{9DD543D9-2CEE-4424-8D11-23878CA33A40}" type="presParOf" srcId="{A311D34F-F271-4E61-8487-347CE300DA77}" destId="{74A751DC-BC02-4A45-9BF6-1844F33360DC}" srcOrd="5" destOrd="0" presId="urn:microsoft.com/office/officeart/2008/layout/VerticalCurvedList"/>
    <dgm:cxn modelId="{086E44E8-599F-437C-B0B4-D471D45CF01F}" type="presParOf" srcId="{A311D34F-F271-4E61-8487-347CE300DA77}" destId="{05730C5D-00A2-410A-A192-423726E47F9C}" srcOrd="6" destOrd="0" presId="urn:microsoft.com/office/officeart/2008/layout/VerticalCurvedList"/>
    <dgm:cxn modelId="{AA0457DF-8EDD-483F-B5CC-86A36BC12D1E}" type="presParOf" srcId="{05730C5D-00A2-410A-A192-423726E47F9C}" destId="{B794C75F-BD2F-44DD-9152-CF1BB0497621}" srcOrd="0" destOrd="0" presId="urn:microsoft.com/office/officeart/2008/layout/VerticalCurvedList"/>
    <dgm:cxn modelId="{2CF0E18B-9383-42BC-8631-4C01B9FA5F1A}" type="presParOf" srcId="{A311D34F-F271-4E61-8487-347CE300DA77}" destId="{97068A30-0292-4662-97BB-3075F45C444A}" srcOrd="7" destOrd="0" presId="urn:microsoft.com/office/officeart/2008/layout/VerticalCurvedList"/>
    <dgm:cxn modelId="{D0D5A70C-CA4F-42E4-AD20-D089D6086500}" type="presParOf" srcId="{A311D34F-F271-4E61-8487-347CE300DA77}" destId="{9AEC20E1-E4E3-4D65-92AA-654AD0AF753A}" srcOrd="8" destOrd="0" presId="urn:microsoft.com/office/officeart/2008/layout/VerticalCurvedList"/>
    <dgm:cxn modelId="{8650E8DF-EF77-418D-8DEC-7248AB018660}" type="presParOf" srcId="{9AEC20E1-E4E3-4D65-92AA-654AD0AF753A}" destId="{42D94A87-E717-4DE3-80DD-C230204F9E82}" srcOrd="0" destOrd="0" presId="urn:microsoft.com/office/officeart/2008/layout/VerticalCurvedList"/>
    <dgm:cxn modelId="{117C0A9C-0938-4CB8-8937-1549A1A9CEBD}" type="presParOf" srcId="{A311D34F-F271-4E61-8487-347CE300DA77}" destId="{ED1289C3-0E11-41E8-AD51-F1C5FF3D83FA}" srcOrd="9" destOrd="0" presId="urn:microsoft.com/office/officeart/2008/layout/VerticalCurvedList"/>
    <dgm:cxn modelId="{160CB1FF-CEF0-47E0-A6A2-BEA647C889DF}" type="presParOf" srcId="{A311D34F-F271-4E61-8487-347CE300DA77}" destId="{2C3B0C43-EF91-4271-ABF8-82BFD8AF6F64}" srcOrd="10" destOrd="0" presId="urn:microsoft.com/office/officeart/2008/layout/VerticalCurvedList"/>
    <dgm:cxn modelId="{5C4C0853-5295-441C-A228-BE977D69B699}" type="presParOf" srcId="{2C3B0C43-EF91-4271-ABF8-82BFD8AF6F64}" destId="{E890A278-E2EE-4C21-84A9-E9E63EBC2CC1}" srcOrd="0" destOrd="0" presId="urn:microsoft.com/office/officeart/2008/layout/VerticalCurvedList"/>
    <dgm:cxn modelId="{F353DC68-FC1B-41DB-9E76-46D65DBE3F30}" type="presParOf" srcId="{A311D34F-F271-4E61-8487-347CE300DA77}" destId="{D4138CFF-B993-49FB-BCAB-7D427DFF06BD}" srcOrd="11" destOrd="0" presId="urn:microsoft.com/office/officeart/2008/layout/VerticalCurvedList"/>
    <dgm:cxn modelId="{53335E99-4305-467D-B256-1AE03D7F5F17}" type="presParOf" srcId="{A311D34F-F271-4E61-8487-347CE300DA77}" destId="{A1C58F02-7DFA-4494-97F2-D1CECF78A31A}" srcOrd="12" destOrd="0" presId="urn:microsoft.com/office/officeart/2008/layout/VerticalCurvedList"/>
    <dgm:cxn modelId="{FAE27A78-F61F-4C66-874B-EEBD081D868D}" type="presParOf" srcId="{A1C58F02-7DFA-4494-97F2-D1CECF78A31A}" destId="{03F19F9D-0A05-4473-BFFB-5EFBEB7A9355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E8A17B-8A8F-4D19-9892-F232902D9403}">
      <dsp:nvSpPr>
        <dsp:cNvPr id="0" name=""/>
        <dsp:cNvSpPr/>
      </dsp:nvSpPr>
      <dsp:spPr>
        <a:xfrm>
          <a:off x="-3850276" y="-591291"/>
          <a:ext cx="4588927" cy="4588927"/>
        </a:xfrm>
        <a:prstGeom prst="blockArc">
          <a:avLst>
            <a:gd name="adj1" fmla="val 18900000"/>
            <a:gd name="adj2" fmla="val 2700000"/>
            <a:gd name="adj3" fmla="val 471"/>
          </a:avLst>
        </a:prstGeom>
        <a:noFill/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F789F2-EF16-4D42-9472-BE75DB6DBE0F}">
      <dsp:nvSpPr>
        <dsp:cNvPr id="0" name=""/>
        <dsp:cNvSpPr/>
      </dsp:nvSpPr>
      <dsp:spPr>
        <a:xfrm>
          <a:off x="276418" y="179378"/>
          <a:ext cx="5170061" cy="35862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Scalability</a:t>
          </a:r>
        </a:p>
      </dsp:txBody>
      <dsp:txXfrm>
        <a:off x="276418" y="179378"/>
        <a:ext cx="5170061" cy="358620"/>
      </dsp:txXfrm>
    </dsp:sp>
    <dsp:sp modelId="{1E618B42-B9CE-4C13-A204-7DB67458401F}">
      <dsp:nvSpPr>
        <dsp:cNvPr id="0" name=""/>
        <dsp:cNvSpPr/>
      </dsp:nvSpPr>
      <dsp:spPr>
        <a:xfrm>
          <a:off x="52281" y="134550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51FF3-F741-46CC-8915-D03F4E722B83}">
      <dsp:nvSpPr>
        <dsp:cNvPr id="0" name=""/>
        <dsp:cNvSpPr/>
      </dsp:nvSpPr>
      <dsp:spPr>
        <a:xfrm>
          <a:off x="571408" y="717240"/>
          <a:ext cx="4875072" cy="358620"/>
        </a:xfrm>
        <a:prstGeom prst="rect">
          <a:avLst/>
        </a:prstGeom>
        <a:solidFill>
          <a:schemeClr val="accent3">
            <a:hueOff val="2250053"/>
            <a:satOff val="-3376"/>
            <a:lumOff val="-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Performance</a:t>
          </a:r>
        </a:p>
      </dsp:txBody>
      <dsp:txXfrm>
        <a:off x="571408" y="717240"/>
        <a:ext cx="4875072" cy="358620"/>
      </dsp:txXfrm>
    </dsp:sp>
    <dsp:sp modelId="{06BD056B-8BA8-4CB3-909B-931914330EEA}">
      <dsp:nvSpPr>
        <dsp:cNvPr id="0" name=""/>
        <dsp:cNvSpPr/>
      </dsp:nvSpPr>
      <dsp:spPr>
        <a:xfrm>
          <a:off x="347270" y="672412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2250053"/>
              <a:satOff val="-3376"/>
              <a:lumOff val="-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A751DC-BC02-4A45-9BF6-1844F33360DC}">
      <dsp:nvSpPr>
        <dsp:cNvPr id="0" name=""/>
        <dsp:cNvSpPr/>
      </dsp:nvSpPr>
      <dsp:spPr>
        <a:xfrm>
          <a:off x="706299" y="1255101"/>
          <a:ext cx="4740180" cy="358620"/>
        </a:xfrm>
        <a:prstGeom prst="rect">
          <a:avLst/>
        </a:prstGeom>
        <a:solidFill>
          <a:schemeClr val="accent3">
            <a:hueOff val="4500106"/>
            <a:satOff val="-6752"/>
            <a:lumOff val="-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Privacy</a:t>
          </a:r>
        </a:p>
      </dsp:txBody>
      <dsp:txXfrm>
        <a:off x="706299" y="1255101"/>
        <a:ext cx="4740180" cy="358620"/>
      </dsp:txXfrm>
    </dsp:sp>
    <dsp:sp modelId="{B794C75F-BD2F-44DD-9152-CF1BB0497621}">
      <dsp:nvSpPr>
        <dsp:cNvPr id="0" name=""/>
        <dsp:cNvSpPr/>
      </dsp:nvSpPr>
      <dsp:spPr>
        <a:xfrm>
          <a:off x="482161" y="1210274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4500106"/>
              <a:satOff val="-6752"/>
              <a:lumOff val="-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068A30-0292-4662-97BB-3075F45C444A}">
      <dsp:nvSpPr>
        <dsp:cNvPr id="0" name=""/>
        <dsp:cNvSpPr/>
      </dsp:nvSpPr>
      <dsp:spPr>
        <a:xfrm>
          <a:off x="706299" y="1792623"/>
          <a:ext cx="4740180" cy="358620"/>
        </a:xfrm>
        <a:prstGeom prst="rect">
          <a:avLst/>
        </a:prstGeom>
        <a:solidFill>
          <a:schemeClr val="accent3">
            <a:hueOff val="6750158"/>
            <a:satOff val="-10128"/>
            <a:lumOff val="-164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Environment</a:t>
          </a:r>
        </a:p>
      </dsp:txBody>
      <dsp:txXfrm>
        <a:off x="706299" y="1792623"/>
        <a:ext cx="4740180" cy="358620"/>
      </dsp:txXfrm>
    </dsp:sp>
    <dsp:sp modelId="{42D94A87-E717-4DE3-80DD-C230204F9E82}">
      <dsp:nvSpPr>
        <dsp:cNvPr id="0" name=""/>
        <dsp:cNvSpPr/>
      </dsp:nvSpPr>
      <dsp:spPr>
        <a:xfrm>
          <a:off x="482161" y="1747795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6750158"/>
              <a:satOff val="-10128"/>
              <a:lumOff val="-164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1289C3-0E11-41E8-AD51-F1C5FF3D83FA}">
      <dsp:nvSpPr>
        <dsp:cNvPr id="0" name=""/>
        <dsp:cNvSpPr/>
      </dsp:nvSpPr>
      <dsp:spPr>
        <a:xfrm>
          <a:off x="571408" y="2330484"/>
          <a:ext cx="4875072" cy="358620"/>
        </a:xfrm>
        <a:prstGeom prst="rect">
          <a:avLst/>
        </a:prstGeom>
        <a:solidFill>
          <a:schemeClr val="accent3">
            <a:hueOff val="9000211"/>
            <a:satOff val="-13504"/>
            <a:lumOff val="-2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Regulation</a:t>
          </a:r>
        </a:p>
      </dsp:txBody>
      <dsp:txXfrm>
        <a:off x="571408" y="2330484"/>
        <a:ext cx="4875072" cy="358620"/>
      </dsp:txXfrm>
    </dsp:sp>
    <dsp:sp modelId="{E890A278-E2EE-4C21-84A9-E9E63EBC2CC1}">
      <dsp:nvSpPr>
        <dsp:cNvPr id="0" name=""/>
        <dsp:cNvSpPr/>
      </dsp:nvSpPr>
      <dsp:spPr>
        <a:xfrm>
          <a:off x="347270" y="2285657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9000211"/>
              <a:satOff val="-13504"/>
              <a:lumOff val="-21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138CFF-B993-49FB-BCAB-7D427DFF06BD}">
      <dsp:nvSpPr>
        <dsp:cNvPr id="0" name=""/>
        <dsp:cNvSpPr/>
      </dsp:nvSpPr>
      <dsp:spPr>
        <a:xfrm>
          <a:off x="276418" y="2868346"/>
          <a:ext cx="5170061" cy="358620"/>
        </a:xfrm>
        <a:prstGeom prst="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Complexity</a:t>
          </a:r>
          <a:endParaRPr lang="en-US" sz="1800" kern="1200" dirty="0"/>
        </a:p>
      </dsp:txBody>
      <dsp:txXfrm>
        <a:off x="276418" y="2868346"/>
        <a:ext cx="5170061" cy="358620"/>
      </dsp:txXfrm>
    </dsp:sp>
    <dsp:sp modelId="{03F19F9D-0A05-4473-BFFB-5EFBEB7A9355}">
      <dsp:nvSpPr>
        <dsp:cNvPr id="0" name=""/>
        <dsp:cNvSpPr/>
      </dsp:nvSpPr>
      <dsp:spPr>
        <a:xfrm>
          <a:off x="52281" y="2823519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decentralized-identity/ion/commits/master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identity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is launching the first decentralized infrastructure implementation by a major tech company that is built directly on the bitcoin blockchain.</a:t>
            </a:r>
          </a:p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open source project, called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deals with the underlying mechanics of how networks talk to each other. 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BF0875-1CEE-4979-8B60-D09E1BC3AB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2189162"/>
            <a:ext cx="2466975" cy="184785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CE5F5-BE69-4592-8A48-A1B47B1EC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464" y="4251505"/>
            <a:ext cx="14382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55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CryptoKitties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FB37F4-FFDD-4461-B1A8-D91C45978C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" y="1808225"/>
            <a:ext cx="5844441" cy="3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39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blockchain technology to securely store health records and maintain a single version of the truth. The different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organisations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doctors, hospitals, laboratories, pharmacists and health insurers can request permission to access a patient’s record to serve their purpose and record transactions on the distributed ledger.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D9BD4A2-92B3-4722-A437-1EBDFFB8695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224095"/>
            <a:ext cx="4041775" cy="1777984"/>
          </a:xfrm>
        </p:spPr>
      </p:pic>
    </p:spTree>
    <p:extLst>
      <p:ext uri="{BB962C8B-B14F-4D97-AF65-F5344CB8AC3E}">
        <p14:creationId xmlns:p14="http://schemas.microsoft.com/office/powerpoint/2010/main" val="1515511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14EBE8E-043B-46A6-B8C8-CE495F2346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0605821"/>
              </p:ext>
            </p:extLst>
          </p:nvPr>
        </p:nvGraphicFramePr>
        <p:xfrm>
          <a:off x="2128720" y="1044700"/>
          <a:ext cx="5491280" cy="34063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536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/>
              <a:t>Scalability and performance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DF13B9-5C88-4283-9715-010A0336B8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5518" y="1808225"/>
            <a:ext cx="4662017" cy="285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8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9A2F03-3A48-48DD-9038-5E9AB33B98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641" y="739290"/>
            <a:ext cx="4886560" cy="366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37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price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49A648-BB77-495F-97CA-DE397FF458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625" y="1960930"/>
            <a:ext cx="523875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060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Stackoverflow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survey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9FB6F0-6CB6-4D17-B9D1-918FBA6B49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32" y="1808225"/>
            <a:ext cx="7119990" cy="2628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668F16-F342-43DF-9383-2E19ED1AA1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429" y="4507376"/>
            <a:ext cx="1823310" cy="35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9220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05D001-00D6-4A64-A783-44757381F4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015" y="1960930"/>
            <a:ext cx="5647222" cy="263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6213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05D001-00D6-4A64-A783-44757381F4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015" y="1960930"/>
            <a:ext cx="5647222" cy="263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519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Interest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7887CB-AB19-4131-A6E8-F444C3229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475" y="2266340"/>
            <a:ext cx="6099050" cy="209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5161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Job availability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46A68B-1CB9-4D47-9AC4-00BEF9B192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425" y="1808225"/>
            <a:ext cx="5445367" cy="297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93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371</Words>
  <Application>Microsoft Office PowerPoint</Application>
  <PresentationFormat>On-screen Show (16:9)</PresentationFormat>
  <Paragraphs>98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  <vt:lpstr>Decentralized identity</vt:lpstr>
      <vt:lpstr>CryptoKitties</vt:lpstr>
      <vt:lpstr>Medicalchain</vt:lpstr>
      <vt:lpstr>Tensions</vt:lpstr>
      <vt:lpstr>Scalability and performance</vt:lpstr>
      <vt:lpstr>Structure</vt:lpstr>
      <vt:lpstr>Bitcoin price</vt:lpstr>
      <vt:lpstr>Stackoverflow survey</vt:lpstr>
      <vt:lpstr>Salary</vt:lpstr>
      <vt:lpstr>Salary</vt:lpstr>
      <vt:lpstr>Interest</vt:lpstr>
      <vt:lpstr>Job availability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2019-05-25T01:59:00Z</dcterms:modified>
</cp:coreProperties>
</file>