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4"/>
  </p:notesMasterIdLst>
  <p:sldIdLst>
    <p:sldId id="256" r:id="rId2"/>
    <p:sldId id="258" r:id="rId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decentralized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charts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Office PowerPoint</Application>
  <PresentationFormat>On-screen Show (16:9)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Times New Roman</vt:lpstr>
      <vt:lpstr>Office Theme</vt:lpstr>
      <vt:lpstr>Blockchain 101</vt:lpstr>
      <vt:lpstr>Abstract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2019-05-24T23:09:25Z</dcterms:modified>
</cp:coreProperties>
</file>