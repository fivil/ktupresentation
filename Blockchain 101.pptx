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-33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</Words>
  <Application>Microsoft Office PowerPoint</Application>
  <PresentationFormat>On-screen Show (16:9)</PresentationFormat>
  <Paragraphs>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2019-05-25T01:05:03Z</dcterms:modified>
</cp:coreProperties>
</file>