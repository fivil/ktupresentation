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4"/>
  </p:notesMasterIdLst>
  <p:sldIdLst>
    <p:sldId id="256" r:id="rId2"/>
    <p:sldId id="258" r:id="rId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Slide Title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Product A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Feature 1</a:t>
            </a:r>
          </a:p>
          <a:p>
            <a:r>
              <a:rPr lang="en-US"/>
              <a:t>Feature 2</a:t>
            </a:r>
          </a:p>
          <a:p>
            <a:r>
              <a:rPr lang="en-US"/>
              <a:t>Feature 3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Product B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/>
              <a:t>Feature 1</a:t>
            </a:r>
          </a:p>
          <a:p>
            <a:r>
              <a:rPr lang="en-US"/>
              <a:t>Feature 2</a:t>
            </a:r>
          </a:p>
          <a:p>
            <a:r>
              <a:rPr lang="en-US"/>
              <a:t>Feature 3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</Words>
  <Application>Microsoft Office PowerPoint</Application>
  <PresentationFormat>On-screen Show (16:9)</PresentationFormat>
  <Paragraphs>13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Times New Roman</vt:lpstr>
      <vt:lpstr>Office Theme</vt:lpstr>
      <vt:lpstr>Blockchain 101</vt:lpstr>
      <vt:lpstr>Slide Title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2019-05-24T22:32:57Z</dcterms:modified>
</cp:coreProperties>
</file>