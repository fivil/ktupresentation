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CryptoKitties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B37F4-FFDD-4461-B1A8-D91C45978C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" y="1808225"/>
            <a:ext cx="5844441" cy="3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39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297</Words>
  <Application>Microsoft Office PowerPoint</Application>
  <PresentationFormat>On-screen Show (16:9)</PresentationFormat>
  <Paragraphs>81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  <vt:lpstr>CryptoKitties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2019-05-25T01:22:01Z</dcterms:modified>
</cp:coreProperties>
</file>